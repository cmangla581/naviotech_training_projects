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71" r:id="rId1"/>
    <p:sldMasterId id="2147483672" r:id="rId2"/>
  </p:sldMasterIdLst>
  <p:notesMasterIdLst>
    <p:notesMasterId r:id="rId12"/>
  </p:notesMasterIdLst>
  <p:sldIdLst>
    <p:sldId id="256" r:id="rId3"/>
    <p:sldId id="258" r:id="rId4"/>
    <p:sldId id="259" r:id="rId5"/>
    <p:sldId id="260" r:id="rId6"/>
    <p:sldId id="262" r:id="rId7"/>
    <p:sldId id="263" r:id="rId8"/>
    <p:sldId id="266" r:id="rId9"/>
    <p:sldId id="268" r:id="rId10"/>
    <p:sldId id="270" r:id="rId11"/>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8" d="100"/>
          <a:sy n="108" d="100"/>
        </p:scale>
        <p:origin x="730" y="77"/>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presProps" Target="presProps.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notesMaster" Target="notesMasters/notesMaster1.xml"/><Relationship Id="rId2" Type="http://schemas.openxmlformats.org/officeDocument/2006/relationships/slideMaster" Target="slideMasters/slideMaster2.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theme" Target="theme/theme1.xml"/><Relationship Id="rId10" Type="http://schemas.openxmlformats.org/officeDocument/2006/relationships/slide" Target="slides/slide8.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p:cNvGrpSpPr/>
        <p:nvPr/>
      </p:nvGrpSpPr>
      <p:grpSpPr>
        <a:xfrm>
          <a:off x="0" y="0"/>
          <a:ext cx="0" cy="0"/>
          <a:chOff x="0" y="0"/>
          <a:chExt cx="0" cy="0"/>
        </a:xfrm>
      </p:grpSpPr>
      <p:sp>
        <p:nvSpPr>
          <p:cNvPr id="97" name="Google Shape;97;g3b4d60ce750_885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8" name="Google Shape;98;g3b4d60ce750_885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p:cNvGrpSpPr/>
        <p:nvPr/>
      </p:nvGrpSpPr>
      <p:grpSpPr>
        <a:xfrm>
          <a:off x="0" y="0"/>
          <a:ext cx="0" cy="0"/>
          <a:chOff x="0" y="0"/>
          <a:chExt cx="0" cy="0"/>
        </a:xfrm>
      </p:grpSpPr>
      <p:sp>
        <p:nvSpPr>
          <p:cNvPr id="112" name="Google Shape;112;g3ad07014906_2_5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3" name="Google Shape;113;g3ad07014906_2_5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
        <p:cNvGrpSpPr/>
        <p:nvPr/>
      </p:nvGrpSpPr>
      <p:grpSpPr>
        <a:xfrm>
          <a:off x="0" y="0"/>
          <a:ext cx="0" cy="0"/>
          <a:chOff x="0" y="0"/>
          <a:chExt cx="0" cy="0"/>
        </a:xfrm>
      </p:grpSpPr>
      <p:sp>
        <p:nvSpPr>
          <p:cNvPr id="118" name="Google Shape;118;g3ad07014906_2_5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9" name="Google Shape;119;g3ad07014906_2_5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
        <p:cNvGrpSpPr/>
        <p:nvPr/>
      </p:nvGrpSpPr>
      <p:grpSpPr>
        <a:xfrm>
          <a:off x="0" y="0"/>
          <a:ext cx="0" cy="0"/>
          <a:chOff x="0" y="0"/>
          <a:chExt cx="0" cy="0"/>
        </a:xfrm>
      </p:grpSpPr>
      <p:sp>
        <p:nvSpPr>
          <p:cNvPr id="124" name="Google Shape;124;g3ad07014906_2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25" name="Google Shape;125;g3ad07014906_2_6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
        <p:cNvGrpSpPr/>
        <p:nvPr/>
      </p:nvGrpSpPr>
      <p:grpSpPr>
        <a:xfrm>
          <a:off x="0" y="0"/>
          <a:ext cx="0" cy="0"/>
          <a:chOff x="0" y="0"/>
          <a:chExt cx="0" cy="0"/>
        </a:xfrm>
      </p:grpSpPr>
      <p:sp>
        <p:nvSpPr>
          <p:cNvPr id="136" name="Google Shape;136;g3ad07014906_2_9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37" name="Google Shape;137;g3ad07014906_2_9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1"/>
        <p:cNvGrpSpPr/>
        <p:nvPr/>
      </p:nvGrpSpPr>
      <p:grpSpPr>
        <a:xfrm>
          <a:off x="0" y="0"/>
          <a:ext cx="0" cy="0"/>
          <a:chOff x="0" y="0"/>
          <a:chExt cx="0" cy="0"/>
        </a:xfrm>
      </p:grpSpPr>
      <p:sp>
        <p:nvSpPr>
          <p:cNvPr id="142" name="Google Shape;142;g3ad07014906_2_7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43" name="Google Shape;143;g3ad07014906_2_7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p:cNvGrpSpPr/>
        <p:nvPr/>
      </p:nvGrpSpPr>
      <p:grpSpPr>
        <a:xfrm>
          <a:off x="0" y="0"/>
          <a:ext cx="0" cy="0"/>
          <a:chOff x="0" y="0"/>
          <a:chExt cx="0" cy="0"/>
        </a:xfrm>
      </p:grpSpPr>
      <p:sp>
        <p:nvSpPr>
          <p:cNvPr id="160" name="Google Shape;160;g3ad07014906_2_10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61" name="Google Shape;161;g3ad07014906_2_10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
        <p:cNvGrpSpPr/>
        <p:nvPr/>
      </p:nvGrpSpPr>
      <p:grpSpPr>
        <a:xfrm>
          <a:off x="0" y="0"/>
          <a:ext cx="0" cy="0"/>
          <a:chOff x="0" y="0"/>
          <a:chExt cx="0" cy="0"/>
        </a:xfrm>
      </p:grpSpPr>
      <p:sp>
        <p:nvSpPr>
          <p:cNvPr id="172" name="Google Shape;172;g3ad07014906_2_1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73" name="Google Shape;173;g3ad07014906_2_12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2"/>
        <p:cNvGrpSpPr/>
        <p:nvPr/>
      </p:nvGrpSpPr>
      <p:grpSpPr>
        <a:xfrm>
          <a:off x="0" y="0"/>
          <a:ext cx="0" cy="0"/>
          <a:chOff x="0" y="0"/>
          <a:chExt cx="0" cy="0"/>
        </a:xfrm>
      </p:grpSpPr>
      <p:sp>
        <p:nvSpPr>
          <p:cNvPr id="183" name="Google Shape;183;g3ad07014906_2_13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84" name="Google Shape;184;g3ad07014906_2_13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54"/>
        <p:cNvGrpSpPr/>
        <p:nvPr/>
      </p:nvGrpSpPr>
      <p:grpSpPr>
        <a:xfrm>
          <a:off x="0" y="0"/>
          <a:ext cx="0" cy="0"/>
          <a:chOff x="0" y="0"/>
          <a:chExt cx="0" cy="0"/>
        </a:xfrm>
      </p:grpSpPr>
      <p:sp>
        <p:nvSpPr>
          <p:cNvPr id="55" name="Google Shape;55;p14"/>
          <p:cNvSpPr txBox="1">
            <a:spLocks noGrp="1"/>
          </p:cNvSpPr>
          <p:nvPr>
            <p:ph type="ctrTitle"/>
          </p:nvPr>
        </p:nvSpPr>
        <p:spPr>
          <a:xfrm>
            <a:off x="311708" y="744575"/>
            <a:ext cx="8520600" cy="20526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a:endParaRPr/>
          </a:p>
        </p:txBody>
      </p:sp>
      <p:sp>
        <p:nvSpPr>
          <p:cNvPr id="56" name="Google Shape;56;p14"/>
          <p:cNvSpPr txBox="1">
            <a:spLocks noGrp="1"/>
          </p:cNvSpPr>
          <p:nvPr>
            <p:ph type="subTitle" idx="1"/>
          </p:nvPr>
        </p:nvSpPr>
        <p:spPr>
          <a:xfrm>
            <a:off x="311700" y="2834125"/>
            <a:ext cx="8520600" cy="7926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57" name="Google Shape;57;p1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58"/>
        <p:cNvGrpSpPr/>
        <p:nvPr/>
      </p:nvGrpSpPr>
      <p:grpSpPr>
        <a:xfrm>
          <a:off x="0" y="0"/>
          <a:ext cx="0" cy="0"/>
          <a:chOff x="0" y="0"/>
          <a:chExt cx="0" cy="0"/>
        </a:xfrm>
      </p:grpSpPr>
      <p:sp>
        <p:nvSpPr>
          <p:cNvPr id="59" name="Google Shape;59;p15"/>
          <p:cNvSpPr txBox="1">
            <a:spLocks noGrp="1"/>
          </p:cNvSpPr>
          <p:nvPr>
            <p:ph type="title"/>
          </p:nvPr>
        </p:nvSpPr>
        <p:spPr>
          <a:xfrm>
            <a:off x="311700" y="2150850"/>
            <a:ext cx="8520600" cy="841800"/>
          </a:xfrm>
          <a:prstGeom prst="rect">
            <a:avLst/>
          </a:prstGeom>
          <a:noFill/>
          <a:ln>
            <a:noFill/>
          </a:ln>
        </p:spPr>
        <p:txBody>
          <a:bodyPr spcFirstLastPara="1" wrap="square" lIns="91425" tIns="91425" rIns="91425" bIns="91425" anchor="ctr" anchorCtr="0">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a:endParaRPr/>
          </a:p>
        </p:txBody>
      </p:sp>
      <p:sp>
        <p:nvSpPr>
          <p:cNvPr id="60" name="Google Shape;60;p1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61"/>
        <p:cNvGrpSpPr/>
        <p:nvPr/>
      </p:nvGrpSpPr>
      <p:grpSpPr>
        <a:xfrm>
          <a:off x="0" y="0"/>
          <a:ext cx="0" cy="0"/>
          <a:chOff x="0" y="0"/>
          <a:chExt cx="0" cy="0"/>
        </a:xfrm>
      </p:grpSpPr>
      <p:sp>
        <p:nvSpPr>
          <p:cNvPr id="62" name="Google Shape;62;p16"/>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63" name="Google Shape;63;p16"/>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64" name="Google Shape;64;p16"/>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65"/>
        <p:cNvGrpSpPr/>
        <p:nvPr/>
      </p:nvGrpSpPr>
      <p:grpSpPr>
        <a:xfrm>
          <a:off x="0" y="0"/>
          <a:ext cx="0" cy="0"/>
          <a:chOff x="0" y="0"/>
          <a:chExt cx="0" cy="0"/>
        </a:xfrm>
      </p:grpSpPr>
      <p:sp>
        <p:nvSpPr>
          <p:cNvPr id="66" name="Google Shape;66;p17"/>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67" name="Google Shape;67;p17"/>
          <p:cNvSpPr txBox="1">
            <a:spLocks noGrp="1"/>
          </p:cNvSpPr>
          <p:nvPr>
            <p:ph type="body" idx="1"/>
          </p:nvPr>
        </p:nvSpPr>
        <p:spPr>
          <a:xfrm>
            <a:off x="311700" y="1152475"/>
            <a:ext cx="3999900" cy="34164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68" name="Google Shape;68;p17"/>
          <p:cNvSpPr txBox="1">
            <a:spLocks noGrp="1"/>
          </p:cNvSpPr>
          <p:nvPr>
            <p:ph type="body" idx="2"/>
          </p:nvPr>
        </p:nvSpPr>
        <p:spPr>
          <a:xfrm>
            <a:off x="4832400" y="1152475"/>
            <a:ext cx="3999900" cy="34164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69" name="Google Shape;69;p17"/>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70"/>
        <p:cNvGrpSpPr/>
        <p:nvPr/>
      </p:nvGrpSpPr>
      <p:grpSpPr>
        <a:xfrm>
          <a:off x="0" y="0"/>
          <a:ext cx="0" cy="0"/>
          <a:chOff x="0" y="0"/>
          <a:chExt cx="0" cy="0"/>
        </a:xfrm>
      </p:grpSpPr>
      <p:sp>
        <p:nvSpPr>
          <p:cNvPr id="71" name="Google Shape;71;p18"/>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72" name="Google Shape;72;p18"/>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73"/>
        <p:cNvGrpSpPr/>
        <p:nvPr/>
      </p:nvGrpSpPr>
      <p:grpSpPr>
        <a:xfrm>
          <a:off x="0" y="0"/>
          <a:ext cx="0" cy="0"/>
          <a:chOff x="0" y="0"/>
          <a:chExt cx="0" cy="0"/>
        </a:xfrm>
      </p:grpSpPr>
      <p:sp>
        <p:nvSpPr>
          <p:cNvPr id="74" name="Google Shape;74;p19"/>
          <p:cNvSpPr txBox="1">
            <a:spLocks noGrp="1"/>
          </p:cNvSpPr>
          <p:nvPr>
            <p:ph type="title"/>
          </p:nvPr>
        </p:nvSpPr>
        <p:spPr>
          <a:xfrm>
            <a:off x="311700" y="555600"/>
            <a:ext cx="2808000" cy="755700"/>
          </a:xfrm>
          <a:prstGeom prst="rect">
            <a:avLst/>
          </a:prstGeom>
          <a:noFill/>
          <a:ln>
            <a:noFill/>
          </a:ln>
        </p:spPr>
        <p:txBody>
          <a:bodyPr spcFirstLastPara="1" wrap="square" lIns="91425" tIns="91425" rIns="91425" bIns="91425" anchor="b" anchorCtr="0">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a:endParaRPr/>
          </a:p>
        </p:txBody>
      </p:sp>
      <p:sp>
        <p:nvSpPr>
          <p:cNvPr id="75" name="Google Shape;75;p19"/>
          <p:cNvSpPr txBox="1">
            <a:spLocks noGrp="1"/>
          </p:cNvSpPr>
          <p:nvPr>
            <p:ph type="body" idx="1"/>
          </p:nvPr>
        </p:nvSpPr>
        <p:spPr>
          <a:xfrm>
            <a:off x="311700" y="1389600"/>
            <a:ext cx="2808000" cy="3179400"/>
          </a:xfrm>
          <a:prstGeom prst="rect">
            <a:avLst/>
          </a:prstGeom>
          <a:noFill/>
          <a:ln>
            <a:noFill/>
          </a:ln>
        </p:spPr>
        <p:txBody>
          <a:bodyPr spcFirstLastPara="1" wrap="square" lIns="91425" tIns="91425" rIns="91425" bIns="91425" anchor="t" anchorCtr="0">
            <a:normAutofit/>
          </a:bodyPr>
          <a:lstStyle>
            <a:lvl1pPr marL="457200" lvl="0" indent="-304800" algn="l">
              <a:lnSpc>
                <a:spcPct val="115000"/>
              </a:lnSpc>
              <a:spcBef>
                <a:spcPts val="0"/>
              </a:spcBef>
              <a:spcAft>
                <a:spcPts val="0"/>
              </a:spcAft>
              <a:buSzPts val="1200"/>
              <a:buChar char="●"/>
              <a:defRPr sz="12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76" name="Google Shape;76;p19"/>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77"/>
        <p:cNvGrpSpPr/>
        <p:nvPr/>
      </p:nvGrpSpPr>
      <p:grpSpPr>
        <a:xfrm>
          <a:off x="0" y="0"/>
          <a:ext cx="0" cy="0"/>
          <a:chOff x="0" y="0"/>
          <a:chExt cx="0" cy="0"/>
        </a:xfrm>
      </p:grpSpPr>
      <p:sp>
        <p:nvSpPr>
          <p:cNvPr id="78" name="Google Shape;78;p20"/>
          <p:cNvSpPr txBox="1">
            <a:spLocks noGrp="1"/>
          </p:cNvSpPr>
          <p:nvPr>
            <p:ph type="title"/>
          </p:nvPr>
        </p:nvSpPr>
        <p:spPr>
          <a:xfrm>
            <a:off x="490250" y="450150"/>
            <a:ext cx="6367800" cy="4090800"/>
          </a:xfrm>
          <a:prstGeom prst="rect">
            <a:avLst/>
          </a:prstGeom>
          <a:noFill/>
          <a:ln>
            <a:noFill/>
          </a:ln>
        </p:spPr>
        <p:txBody>
          <a:bodyPr spcFirstLastPara="1" wrap="square" lIns="91425" tIns="91425" rIns="91425" bIns="91425" anchor="ctr" anchorCtr="0">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a:endParaRPr/>
          </a:p>
        </p:txBody>
      </p:sp>
      <p:sp>
        <p:nvSpPr>
          <p:cNvPr id="79" name="Google Shape;79;p2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80"/>
        <p:cNvGrpSpPr/>
        <p:nvPr/>
      </p:nvGrpSpPr>
      <p:grpSpPr>
        <a:xfrm>
          <a:off x="0" y="0"/>
          <a:ext cx="0" cy="0"/>
          <a:chOff x="0" y="0"/>
          <a:chExt cx="0" cy="0"/>
        </a:xfrm>
      </p:grpSpPr>
      <p:sp>
        <p:nvSpPr>
          <p:cNvPr id="81" name="Google Shape;81;p21"/>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2" name="Google Shape;82;p21"/>
          <p:cNvSpPr txBox="1">
            <a:spLocks noGrp="1"/>
          </p:cNvSpPr>
          <p:nvPr>
            <p:ph type="title"/>
          </p:nvPr>
        </p:nvSpPr>
        <p:spPr>
          <a:xfrm>
            <a:off x="265500" y="1233175"/>
            <a:ext cx="4045200" cy="14823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a:endParaRPr/>
          </a:p>
        </p:txBody>
      </p:sp>
      <p:sp>
        <p:nvSpPr>
          <p:cNvPr id="83" name="Google Shape;83;p21"/>
          <p:cNvSpPr txBox="1">
            <a:spLocks noGrp="1"/>
          </p:cNvSpPr>
          <p:nvPr>
            <p:ph type="subTitle" idx="1"/>
          </p:nvPr>
        </p:nvSpPr>
        <p:spPr>
          <a:xfrm>
            <a:off x="265500" y="2803075"/>
            <a:ext cx="4045200" cy="12351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84" name="Google Shape;84;p21"/>
          <p:cNvSpPr txBox="1">
            <a:spLocks noGrp="1"/>
          </p:cNvSpPr>
          <p:nvPr>
            <p:ph type="body" idx="2"/>
          </p:nvPr>
        </p:nvSpPr>
        <p:spPr>
          <a:xfrm>
            <a:off x="4939500" y="724075"/>
            <a:ext cx="3837000" cy="3695100"/>
          </a:xfrm>
          <a:prstGeom prst="rect">
            <a:avLst/>
          </a:prstGeom>
          <a:noFill/>
          <a:ln>
            <a:noFill/>
          </a:ln>
        </p:spPr>
        <p:txBody>
          <a:bodyPr spcFirstLastPara="1" wrap="square" lIns="91425" tIns="91425" rIns="91425" bIns="91425" anchor="ctr"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85" name="Google Shape;85;p2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86"/>
        <p:cNvGrpSpPr/>
        <p:nvPr/>
      </p:nvGrpSpPr>
      <p:grpSpPr>
        <a:xfrm>
          <a:off x="0" y="0"/>
          <a:ext cx="0" cy="0"/>
          <a:chOff x="0" y="0"/>
          <a:chExt cx="0" cy="0"/>
        </a:xfrm>
      </p:grpSpPr>
      <p:sp>
        <p:nvSpPr>
          <p:cNvPr id="87" name="Google Shape;87;p22"/>
          <p:cNvSpPr txBox="1">
            <a:spLocks noGrp="1"/>
          </p:cNvSpPr>
          <p:nvPr>
            <p:ph type="body" idx="1"/>
          </p:nvPr>
        </p:nvSpPr>
        <p:spPr>
          <a:xfrm>
            <a:off x="311700" y="4230575"/>
            <a:ext cx="5998800" cy="605100"/>
          </a:xfrm>
          <a:prstGeom prst="rect">
            <a:avLst/>
          </a:prstGeom>
          <a:noFill/>
          <a:ln>
            <a:noFill/>
          </a:ln>
        </p:spPr>
        <p:txBody>
          <a:bodyPr spcFirstLastPara="1" wrap="square" lIns="91425" tIns="91425" rIns="91425" bIns="91425" anchor="ctr" anchorCtr="0">
            <a:normAutofit/>
          </a:bodyPr>
          <a:lstStyle>
            <a:lvl1pPr marL="457200" lvl="0" indent="-228600" algn="l">
              <a:lnSpc>
                <a:spcPct val="100000"/>
              </a:lnSpc>
              <a:spcBef>
                <a:spcPts val="0"/>
              </a:spcBef>
              <a:spcAft>
                <a:spcPts val="0"/>
              </a:spcAft>
              <a:buSzPts val="1800"/>
              <a:buNone/>
              <a:defRPr/>
            </a:lvl1pPr>
          </a:lstStyle>
          <a:p>
            <a:endParaRPr/>
          </a:p>
        </p:txBody>
      </p:sp>
      <p:sp>
        <p:nvSpPr>
          <p:cNvPr id="88" name="Google Shape;88;p2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89"/>
        <p:cNvGrpSpPr/>
        <p:nvPr/>
      </p:nvGrpSpPr>
      <p:grpSpPr>
        <a:xfrm>
          <a:off x="0" y="0"/>
          <a:ext cx="0" cy="0"/>
          <a:chOff x="0" y="0"/>
          <a:chExt cx="0" cy="0"/>
        </a:xfrm>
      </p:grpSpPr>
      <p:sp>
        <p:nvSpPr>
          <p:cNvPr id="90" name="Google Shape;90;p23"/>
          <p:cNvSpPr txBox="1">
            <a:spLocks noGrp="1"/>
          </p:cNvSpPr>
          <p:nvPr>
            <p:ph type="title" hasCustomPrompt="1"/>
          </p:nvPr>
        </p:nvSpPr>
        <p:spPr>
          <a:xfrm>
            <a:off x="311700" y="1106125"/>
            <a:ext cx="8520600" cy="19635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91" name="Google Shape;91;p23"/>
          <p:cNvSpPr txBox="1">
            <a:spLocks noGrp="1"/>
          </p:cNvSpPr>
          <p:nvPr>
            <p:ph type="body" idx="1"/>
          </p:nvPr>
        </p:nvSpPr>
        <p:spPr>
          <a:xfrm>
            <a:off x="311700" y="3152225"/>
            <a:ext cx="8520600" cy="1300800"/>
          </a:xfrm>
          <a:prstGeom prst="rect">
            <a:avLst/>
          </a:prstGeom>
          <a:noFill/>
          <a:ln>
            <a:noFill/>
          </a:ln>
        </p:spPr>
        <p:txBody>
          <a:bodyPr spcFirstLastPara="1" wrap="square" lIns="91425" tIns="91425" rIns="91425" bIns="91425" anchor="t" anchorCtr="0">
            <a:normAutofit/>
          </a:bodyPr>
          <a:lstStyle>
            <a:lvl1pPr marL="457200" lvl="0" indent="-342900" algn="ctr">
              <a:lnSpc>
                <a:spcPct val="115000"/>
              </a:lnSpc>
              <a:spcBef>
                <a:spcPts val="0"/>
              </a:spcBef>
              <a:spcAft>
                <a:spcPts val="0"/>
              </a:spcAft>
              <a:buSzPts val="1800"/>
              <a:buChar char="●"/>
              <a:defRPr/>
            </a:lvl1pPr>
            <a:lvl2pPr marL="914400" lvl="1" indent="-317500" algn="ctr">
              <a:lnSpc>
                <a:spcPct val="115000"/>
              </a:lnSpc>
              <a:spcBef>
                <a:spcPts val="0"/>
              </a:spcBef>
              <a:spcAft>
                <a:spcPts val="0"/>
              </a:spcAft>
              <a:buSzPts val="1400"/>
              <a:buChar char="○"/>
              <a:defRPr/>
            </a:lvl2pPr>
            <a:lvl3pPr marL="1371600" lvl="2" indent="-317500" algn="ctr">
              <a:lnSpc>
                <a:spcPct val="115000"/>
              </a:lnSpc>
              <a:spcBef>
                <a:spcPts val="0"/>
              </a:spcBef>
              <a:spcAft>
                <a:spcPts val="0"/>
              </a:spcAft>
              <a:buSzPts val="1400"/>
              <a:buChar char="■"/>
              <a:defRPr/>
            </a:lvl3pPr>
            <a:lvl4pPr marL="1828800" lvl="3" indent="-317500" algn="ctr">
              <a:lnSpc>
                <a:spcPct val="115000"/>
              </a:lnSpc>
              <a:spcBef>
                <a:spcPts val="0"/>
              </a:spcBef>
              <a:spcAft>
                <a:spcPts val="0"/>
              </a:spcAft>
              <a:buSzPts val="1400"/>
              <a:buChar char="●"/>
              <a:defRPr/>
            </a:lvl4pPr>
            <a:lvl5pPr marL="2286000" lvl="4" indent="-317500" algn="ctr">
              <a:lnSpc>
                <a:spcPct val="115000"/>
              </a:lnSpc>
              <a:spcBef>
                <a:spcPts val="0"/>
              </a:spcBef>
              <a:spcAft>
                <a:spcPts val="0"/>
              </a:spcAft>
              <a:buSzPts val="1400"/>
              <a:buChar char="○"/>
              <a:defRPr/>
            </a:lvl5pPr>
            <a:lvl6pPr marL="2743200" lvl="5" indent="-317500" algn="ctr">
              <a:lnSpc>
                <a:spcPct val="115000"/>
              </a:lnSpc>
              <a:spcBef>
                <a:spcPts val="0"/>
              </a:spcBef>
              <a:spcAft>
                <a:spcPts val="0"/>
              </a:spcAft>
              <a:buSzPts val="1400"/>
              <a:buChar char="■"/>
              <a:defRPr/>
            </a:lvl6pPr>
            <a:lvl7pPr marL="3200400" lvl="6" indent="-317500" algn="ctr">
              <a:lnSpc>
                <a:spcPct val="115000"/>
              </a:lnSpc>
              <a:spcBef>
                <a:spcPts val="0"/>
              </a:spcBef>
              <a:spcAft>
                <a:spcPts val="0"/>
              </a:spcAft>
              <a:buSzPts val="1400"/>
              <a:buChar char="●"/>
              <a:defRPr/>
            </a:lvl7pPr>
            <a:lvl8pPr marL="3657600" lvl="7" indent="-317500" algn="ctr">
              <a:lnSpc>
                <a:spcPct val="115000"/>
              </a:lnSpc>
              <a:spcBef>
                <a:spcPts val="0"/>
              </a:spcBef>
              <a:spcAft>
                <a:spcPts val="0"/>
              </a:spcAft>
              <a:buSzPts val="1400"/>
              <a:buChar char="○"/>
              <a:defRPr/>
            </a:lvl8pPr>
            <a:lvl9pPr marL="4114800" lvl="8" indent="-317500" algn="ctr">
              <a:lnSpc>
                <a:spcPct val="115000"/>
              </a:lnSpc>
              <a:spcBef>
                <a:spcPts val="0"/>
              </a:spcBef>
              <a:spcAft>
                <a:spcPts val="0"/>
              </a:spcAft>
              <a:buSzPts val="1400"/>
              <a:buChar char="■"/>
              <a:defRPr/>
            </a:lvl9pPr>
          </a:lstStyle>
          <a:p>
            <a:endParaRPr/>
          </a:p>
        </p:txBody>
      </p:sp>
      <p:sp>
        <p:nvSpPr>
          <p:cNvPr id="92" name="Google Shape;92;p2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93"/>
        <p:cNvGrpSpPr/>
        <p:nvPr/>
      </p:nvGrpSpPr>
      <p:grpSpPr>
        <a:xfrm>
          <a:off x="0" y="0"/>
          <a:ext cx="0" cy="0"/>
          <a:chOff x="0" y="0"/>
          <a:chExt cx="0" cy="0"/>
        </a:xfrm>
      </p:grpSpPr>
      <p:sp>
        <p:nvSpPr>
          <p:cNvPr id="94" name="Google Shape;94;p2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Blank 1">
  <p:cSld name="CUSTOM_16">
    <p:spTree>
      <p:nvGrpSpPr>
        <p:cNvPr id="1" name="Shape 95"/>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theme" Target="../theme/theme2.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GB"/>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0"/>
        <p:cNvGrpSpPr/>
        <p:nvPr/>
      </p:nvGrpSpPr>
      <p:grpSpPr>
        <a:xfrm>
          <a:off x="0" y="0"/>
          <a:ext cx="0" cy="0"/>
          <a:chOff x="0" y="0"/>
          <a:chExt cx="0" cy="0"/>
        </a:xfrm>
      </p:grpSpPr>
      <p:sp>
        <p:nvSpPr>
          <p:cNvPr id="51" name="Google Shape;51;p13"/>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endParaRPr/>
          </a:p>
        </p:txBody>
      </p:sp>
      <p:sp>
        <p:nvSpPr>
          <p:cNvPr id="52" name="Google Shape;52;p13"/>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endParaRPr/>
          </a:p>
        </p:txBody>
      </p:sp>
      <p:sp>
        <p:nvSpPr>
          <p:cNvPr id="53" name="Google Shape;53;p1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 bg1="lt1" tx1="dk1" bg2="dk2" tx2="lt2" accent1="accent1" accent2="accent2" accent3="accent3" accent4="accent4" accent5="accent5" accent6="accent6" hlink="hlink" folHlink="fol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 id="2147483670"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3.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2.xml"/><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8.JPG"/><Relationship Id="rId2" Type="http://schemas.openxmlformats.org/officeDocument/2006/relationships/notesSlide" Target="../notesSlides/notesSlide7.xml"/><Relationship Id="rId1" Type="http://schemas.openxmlformats.org/officeDocument/2006/relationships/slideLayout" Target="../slideLayouts/slideLayout12.xml"/><Relationship Id="rId6" Type="http://schemas.openxmlformats.org/officeDocument/2006/relationships/image" Target="../media/image7.JPG"/><Relationship Id="rId5" Type="http://schemas.openxmlformats.org/officeDocument/2006/relationships/image" Target="../media/image6.JPG"/><Relationship Id="rId4" Type="http://schemas.openxmlformats.org/officeDocument/2006/relationships/image" Target="../media/image5.JPG"/></Relationships>
</file>

<file path=ppt/slides/_rels/slide8.xml.rels><?xml version="1.0" encoding="UTF-8" standalone="yes"?>
<Relationships xmlns="http://schemas.openxmlformats.org/package/2006/relationships"><Relationship Id="rId3" Type="http://schemas.openxmlformats.org/officeDocument/2006/relationships/hyperlink" Target="https://github.com/cmangla581/Beyond_The_Hype_2.0_Hackathon_Project-" TargetMode="External"/><Relationship Id="rId2" Type="http://schemas.openxmlformats.org/officeDocument/2006/relationships/notesSlide" Target="../notesSlides/notesSlide8.xml"/><Relationship Id="rId1" Type="http://schemas.openxmlformats.org/officeDocument/2006/relationships/slideLayout" Target="../slideLayouts/slideLayout12.xml"/><Relationship Id="rId6" Type="http://schemas.openxmlformats.org/officeDocument/2006/relationships/image" Target="../media/image3.png"/><Relationship Id="rId5" Type="http://schemas.openxmlformats.org/officeDocument/2006/relationships/hyperlink" Target="https://cmangla-diabetes-predictor.streamlit.app/" TargetMode="External"/><Relationship Id="rId4" Type="http://schemas.openxmlformats.org/officeDocument/2006/relationships/hyperlink" Target="https://github.com/cmangla581/Beyond_The_Hype_2.0_Hackathon_Project-/tree/main/Video" TargetMode="Externa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C3ECF6"/>
        </a:solidFill>
        <a:effectLst/>
      </p:bgPr>
    </p:bg>
    <p:spTree>
      <p:nvGrpSpPr>
        <p:cNvPr id="1" name="Shape 99"/>
        <p:cNvGrpSpPr/>
        <p:nvPr/>
      </p:nvGrpSpPr>
      <p:grpSpPr>
        <a:xfrm>
          <a:off x="0" y="0"/>
          <a:ext cx="0" cy="0"/>
          <a:chOff x="0" y="0"/>
          <a:chExt cx="0" cy="0"/>
        </a:xfrm>
      </p:grpSpPr>
      <p:grpSp>
        <p:nvGrpSpPr>
          <p:cNvPr id="100" name="Google Shape;100;p26"/>
          <p:cNvGrpSpPr/>
          <p:nvPr/>
        </p:nvGrpSpPr>
        <p:grpSpPr>
          <a:xfrm>
            <a:off x="245950" y="206044"/>
            <a:ext cx="3103568" cy="388343"/>
            <a:chOff x="245950" y="206044"/>
            <a:chExt cx="3103568" cy="388343"/>
          </a:xfrm>
        </p:grpSpPr>
        <p:pic>
          <p:nvPicPr>
            <p:cNvPr id="101" name="Google Shape;101;p26"/>
            <p:cNvPicPr preferRelativeResize="0"/>
            <p:nvPr/>
          </p:nvPicPr>
          <p:blipFill>
            <a:blip r:embed="rId3">
              <a:alphaModFix/>
            </a:blip>
            <a:stretch>
              <a:fillRect/>
            </a:stretch>
          </p:blipFill>
          <p:spPr>
            <a:xfrm>
              <a:off x="245950" y="206044"/>
              <a:ext cx="2755487" cy="356550"/>
            </a:xfrm>
            <a:prstGeom prst="rect">
              <a:avLst/>
            </a:prstGeom>
            <a:noFill/>
            <a:ln>
              <a:noFill/>
            </a:ln>
          </p:spPr>
        </p:pic>
        <p:sp>
          <p:nvSpPr>
            <p:cNvPr id="102" name="Google Shape;102;p26"/>
            <p:cNvSpPr txBox="1"/>
            <p:nvPr/>
          </p:nvSpPr>
          <p:spPr>
            <a:xfrm>
              <a:off x="939318" y="409588"/>
              <a:ext cx="2410200" cy="184800"/>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None/>
              </a:pPr>
              <a:r>
                <a:rPr lang="en-GB" sz="1050">
                  <a:solidFill>
                    <a:srgbClr val="434343"/>
                  </a:solidFill>
                  <a:latin typeface="Google Sans Medium"/>
                  <a:ea typeface="Google Sans Medium"/>
                  <a:cs typeface="Google Sans Medium"/>
                  <a:sym typeface="Google Sans Medium"/>
                </a:rPr>
                <a:t>On </a:t>
              </a:r>
              <a:r>
                <a:rPr lang="en-GB" sz="1200">
                  <a:solidFill>
                    <a:srgbClr val="434343"/>
                  </a:solidFill>
                  <a:latin typeface="Google Sans Medium"/>
                  <a:ea typeface="Google Sans Medium"/>
                  <a:cs typeface="Google Sans Medium"/>
                  <a:sym typeface="Google Sans Medium"/>
                </a:rPr>
                <a:t>Campus</a:t>
              </a:r>
              <a:endParaRPr sz="1200">
                <a:solidFill>
                  <a:srgbClr val="434343"/>
                </a:solidFill>
                <a:latin typeface="Google Sans Medium"/>
                <a:ea typeface="Google Sans Medium"/>
                <a:cs typeface="Google Sans Medium"/>
                <a:sym typeface="Google Sans Medium"/>
              </a:endParaRPr>
            </a:p>
          </p:txBody>
        </p:sp>
      </p:grpSp>
      <p:sp>
        <p:nvSpPr>
          <p:cNvPr id="103" name="Google Shape;103;p26"/>
          <p:cNvSpPr txBox="1">
            <a:spLocks noGrp="1"/>
          </p:cNvSpPr>
          <p:nvPr>
            <p:ph type="title" idx="4294967295"/>
          </p:nvPr>
        </p:nvSpPr>
        <p:spPr>
          <a:xfrm>
            <a:off x="641250" y="1289325"/>
            <a:ext cx="7861500" cy="2623456"/>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Clr>
                <a:schemeClr val="dk1"/>
              </a:buClr>
              <a:buSzPts val="990"/>
              <a:buFont typeface="Arial"/>
              <a:buNone/>
            </a:pPr>
            <a:endParaRPr sz="2560" i="1" dirty="0">
              <a:solidFill>
                <a:srgbClr val="EA4335"/>
              </a:solidFill>
              <a:latin typeface="Google Sans"/>
              <a:ea typeface="Google Sans"/>
              <a:cs typeface="Google Sans"/>
              <a:sym typeface="Google Sans"/>
            </a:endParaRPr>
          </a:p>
          <a:p>
            <a:pPr marL="0" lvl="0" indent="0" algn="ctr" rtl="0">
              <a:spcBef>
                <a:spcPts val="0"/>
              </a:spcBef>
              <a:spcAft>
                <a:spcPts val="0"/>
              </a:spcAft>
              <a:buClr>
                <a:schemeClr val="dk1"/>
              </a:buClr>
              <a:buSzPts val="990"/>
              <a:buFont typeface="Arial"/>
              <a:buNone/>
            </a:pPr>
            <a:r>
              <a:rPr lang="en-US" sz="3600" b="1" i="1" dirty="0">
                <a:solidFill>
                  <a:srgbClr val="EA4335"/>
                </a:solidFill>
                <a:latin typeface="Calibri" panose="020F0502020204030204" pitchFamily="34" charset="0"/>
                <a:ea typeface="Google Sans"/>
                <a:cs typeface="Calibri" panose="020F0502020204030204" pitchFamily="34" charset="0"/>
                <a:sym typeface="Google Sans"/>
              </a:rPr>
              <a:t>Beyond The Hype 2.0 Hackathon Project</a:t>
            </a:r>
            <a:br>
              <a:rPr lang="en-US" sz="3600" b="1" i="1" dirty="0">
                <a:solidFill>
                  <a:srgbClr val="EA4335"/>
                </a:solidFill>
                <a:latin typeface="Calibri" panose="020F0502020204030204" pitchFamily="34" charset="0"/>
                <a:ea typeface="Google Sans"/>
                <a:cs typeface="Calibri" panose="020F0502020204030204" pitchFamily="34" charset="0"/>
                <a:sym typeface="Google Sans"/>
              </a:rPr>
            </a:br>
            <a:br>
              <a:rPr lang="en-US" sz="3600" b="1" i="1" dirty="0">
                <a:solidFill>
                  <a:srgbClr val="EA4335"/>
                </a:solidFill>
                <a:latin typeface="Calibri" panose="020F0502020204030204" pitchFamily="34" charset="0"/>
                <a:ea typeface="Google Sans"/>
                <a:cs typeface="Calibri" panose="020F0502020204030204" pitchFamily="34" charset="0"/>
                <a:sym typeface="Google Sans"/>
              </a:rPr>
            </a:br>
            <a:r>
              <a:rPr lang="en-US" sz="3600" b="1" i="1" dirty="0">
                <a:solidFill>
                  <a:srgbClr val="EA4335"/>
                </a:solidFill>
                <a:latin typeface="Calibri" panose="020F0502020204030204" pitchFamily="34" charset="0"/>
                <a:ea typeface="Google Sans"/>
                <a:cs typeface="Calibri" panose="020F0502020204030204" pitchFamily="34" charset="0"/>
                <a:sym typeface="Google Sans"/>
              </a:rPr>
              <a:t>Healthcare</a:t>
            </a:r>
            <a:br>
              <a:rPr lang="en-US" sz="3600" b="1" i="1" dirty="0">
                <a:solidFill>
                  <a:srgbClr val="EA4335"/>
                </a:solidFill>
                <a:latin typeface="Calibri" panose="020F0502020204030204" pitchFamily="34" charset="0"/>
                <a:ea typeface="Google Sans"/>
                <a:cs typeface="Calibri" panose="020F0502020204030204" pitchFamily="34" charset="0"/>
                <a:sym typeface="Google Sans"/>
              </a:rPr>
            </a:br>
            <a:r>
              <a:rPr lang="en-US" b="1" i="1" dirty="0">
                <a:solidFill>
                  <a:srgbClr val="EA4335"/>
                </a:solidFill>
                <a:latin typeface="Calibri" panose="020F0502020204030204" pitchFamily="34" charset="0"/>
                <a:ea typeface="Google Sans"/>
                <a:cs typeface="Calibri" panose="020F0502020204030204" pitchFamily="34" charset="0"/>
                <a:sym typeface="Google Sans"/>
              </a:rPr>
              <a:t>Pima Indian Diabetes Dataset Predictor</a:t>
            </a:r>
            <a:endParaRPr sz="3600" i="1" dirty="0">
              <a:solidFill>
                <a:srgbClr val="EA4335"/>
              </a:solidFill>
              <a:latin typeface="Calibri" panose="020F0502020204030204" pitchFamily="34" charset="0"/>
              <a:ea typeface="Google Sans"/>
              <a:cs typeface="Calibri" panose="020F0502020204030204" pitchFamily="34" charset="0"/>
              <a:sym typeface="Google Sans"/>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14"/>
        <p:cNvGrpSpPr/>
        <p:nvPr/>
      </p:nvGrpSpPr>
      <p:grpSpPr>
        <a:xfrm>
          <a:off x="0" y="0"/>
          <a:ext cx="0" cy="0"/>
          <a:chOff x="0" y="0"/>
          <a:chExt cx="0" cy="0"/>
        </a:xfrm>
      </p:grpSpPr>
      <p:sp>
        <p:nvSpPr>
          <p:cNvPr id="115" name="Google Shape;115;p28"/>
          <p:cNvSpPr txBox="1"/>
          <p:nvPr/>
        </p:nvSpPr>
        <p:spPr>
          <a:xfrm>
            <a:off x="162600" y="3195125"/>
            <a:ext cx="8760000" cy="1701000"/>
          </a:xfrm>
          <a:prstGeom prst="rect">
            <a:avLst/>
          </a:prstGeom>
          <a:solidFill>
            <a:srgbClr val="FFFF00"/>
          </a:solidFill>
          <a:ln>
            <a:solidFill>
              <a:schemeClr val="accent1">
                <a:lumMod val="75000"/>
              </a:schemeClr>
            </a:solid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GB" sz="1800" b="1" i="0" u="none" strike="noStrike" cap="none" dirty="0">
                <a:solidFill>
                  <a:srgbClr val="434343"/>
                </a:solidFill>
                <a:latin typeface="Google Sans"/>
                <a:ea typeface="Google Sans"/>
                <a:cs typeface="Google Sans"/>
                <a:sym typeface="Google Sans"/>
              </a:rPr>
              <a:t>Team Details</a:t>
            </a:r>
            <a:endParaRPr sz="1800" b="1" i="0" u="none" strike="noStrike" cap="none" dirty="0">
              <a:solidFill>
                <a:srgbClr val="434343"/>
              </a:solidFill>
              <a:latin typeface="Google Sans"/>
              <a:ea typeface="Google Sans"/>
              <a:cs typeface="Google Sans"/>
              <a:sym typeface="Google Sans"/>
            </a:endParaRPr>
          </a:p>
          <a:p>
            <a:pPr marL="0" marR="0" lvl="0" indent="0" algn="l" rtl="0">
              <a:lnSpc>
                <a:spcPct val="100000"/>
              </a:lnSpc>
              <a:spcBef>
                <a:spcPts val="0"/>
              </a:spcBef>
              <a:spcAft>
                <a:spcPts val="0"/>
              </a:spcAft>
              <a:buClr>
                <a:srgbClr val="000000"/>
              </a:buClr>
              <a:buSzPts val="1800"/>
              <a:buFont typeface="Arial"/>
              <a:buNone/>
            </a:pPr>
            <a:endParaRPr sz="1800" b="1" i="0" u="none" strike="noStrike" cap="none" dirty="0">
              <a:solidFill>
                <a:srgbClr val="434343"/>
              </a:solidFill>
              <a:latin typeface="Google Sans"/>
              <a:ea typeface="Google Sans"/>
              <a:cs typeface="Google Sans"/>
              <a:sym typeface="Google Sans"/>
            </a:endParaRPr>
          </a:p>
          <a:p>
            <a:pPr marL="914400" marR="0" lvl="1" indent="-342900" algn="l" rtl="0">
              <a:lnSpc>
                <a:spcPct val="100000"/>
              </a:lnSpc>
              <a:spcBef>
                <a:spcPts val="0"/>
              </a:spcBef>
              <a:spcAft>
                <a:spcPts val="0"/>
              </a:spcAft>
              <a:buClr>
                <a:srgbClr val="434343"/>
              </a:buClr>
              <a:buSzPts val="1800"/>
              <a:buFont typeface="Google Sans"/>
              <a:buAutoNum type="alphaLcPeriod"/>
            </a:pPr>
            <a:r>
              <a:rPr lang="en-GB" sz="1800" b="1" i="0" u="none" strike="noStrike" cap="none" dirty="0">
                <a:solidFill>
                  <a:srgbClr val="434343"/>
                </a:solidFill>
                <a:latin typeface="Google Sans"/>
                <a:ea typeface="Google Sans"/>
                <a:cs typeface="Google Sans"/>
                <a:sym typeface="Google Sans"/>
              </a:rPr>
              <a:t>Team name:  Bharat Innovators</a:t>
            </a:r>
            <a:endParaRPr sz="1800" b="1" i="0" u="none" strike="noStrike" cap="none" dirty="0">
              <a:solidFill>
                <a:srgbClr val="434343"/>
              </a:solidFill>
              <a:latin typeface="Google Sans"/>
              <a:ea typeface="Google Sans"/>
              <a:cs typeface="Google Sans"/>
              <a:sym typeface="Google Sans"/>
            </a:endParaRPr>
          </a:p>
          <a:p>
            <a:pPr marL="914400" marR="0" lvl="1" indent="-342900" algn="l" rtl="0">
              <a:lnSpc>
                <a:spcPct val="100000"/>
              </a:lnSpc>
              <a:spcBef>
                <a:spcPts val="0"/>
              </a:spcBef>
              <a:spcAft>
                <a:spcPts val="0"/>
              </a:spcAft>
              <a:buClr>
                <a:srgbClr val="434343"/>
              </a:buClr>
              <a:buSzPts val="1800"/>
              <a:buFont typeface="Google Sans"/>
              <a:buAutoNum type="alphaLcPeriod"/>
            </a:pPr>
            <a:r>
              <a:rPr lang="en-GB" sz="1800" b="1" i="0" u="none" strike="noStrike" cap="none" dirty="0">
                <a:solidFill>
                  <a:srgbClr val="434343"/>
                </a:solidFill>
                <a:latin typeface="Google Sans"/>
                <a:ea typeface="Google Sans"/>
                <a:cs typeface="Google Sans"/>
                <a:sym typeface="Google Sans"/>
              </a:rPr>
              <a:t>Team </a:t>
            </a:r>
            <a:r>
              <a:rPr lang="en-GB" sz="1800" b="1" dirty="0">
                <a:solidFill>
                  <a:srgbClr val="434343"/>
                </a:solidFill>
                <a:latin typeface="Google Sans"/>
                <a:ea typeface="Google Sans"/>
                <a:cs typeface="Google Sans"/>
                <a:sym typeface="Google Sans"/>
              </a:rPr>
              <a:t>Member</a:t>
            </a:r>
            <a:r>
              <a:rPr lang="en-GB" sz="1800" b="1" i="0" u="none" strike="noStrike" cap="none" dirty="0">
                <a:solidFill>
                  <a:srgbClr val="434343"/>
                </a:solidFill>
                <a:latin typeface="Google Sans"/>
                <a:ea typeface="Google Sans"/>
                <a:cs typeface="Google Sans"/>
                <a:sym typeface="Google Sans"/>
              </a:rPr>
              <a:t> name:  Chaitanya Mangla (Individual participant)</a:t>
            </a:r>
            <a:endParaRPr sz="1800" b="1" i="0" u="none" strike="noStrike" cap="none" dirty="0">
              <a:solidFill>
                <a:srgbClr val="434343"/>
              </a:solidFill>
              <a:latin typeface="Google Sans"/>
              <a:ea typeface="Google Sans"/>
              <a:cs typeface="Google Sans"/>
              <a:sym typeface="Google Sans"/>
            </a:endParaRPr>
          </a:p>
          <a:p>
            <a:pPr marL="914400" marR="0" lvl="1" indent="-342900" algn="l" rtl="0">
              <a:lnSpc>
                <a:spcPct val="100000"/>
              </a:lnSpc>
              <a:spcBef>
                <a:spcPts val="0"/>
              </a:spcBef>
              <a:spcAft>
                <a:spcPts val="0"/>
              </a:spcAft>
              <a:buClr>
                <a:srgbClr val="434343"/>
              </a:buClr>
              <a:buSzPts val="1800"/>
              <a:buFont typeface="Google Sans"/>
              <a:buAutoNum type="alphaLcPeriod"/>
            </a:pPr>
            <a:r>
              <a:rPr lang="en-GB" sz="1800" b="1" i="0" u="none" strike="noStrike" cap="none" dirty="0">
                <a:solidFill>
                  <a:srgbClr val="434343"/>
                </a:solidFill>
                <a:latin typeface="Google Sans"/>
                <a:ea typeface="Google Sans"/>
                <a:cs typeface="Google Sans"/>
                <a:sym typeface="Google Sans"/>
              </a:rPr>
              <a:t>Problem Statement: </a:t>
            </a:r>
            <a:r>
              <a:rPr lang="en-GB" sz="1800" b="1" dirty="0">
                <a:solidFill>
                  <a:srgbClr val="434343"/>
                </a:solidFill>
                <a:latin typeface="Google Sans"/>
                <a:ea typeface="Google Sans"/>
                <a:cs typeface="Google Sans"/>
                <a:sym typeface="Google Sans"/>
              </a:rPr>
              <a:t> Open Innovation (Health Care) </a:t>
            </a:r>
            <a:endParaRPr sz="1800" b="1" i="0" u="none" strike="noStrike" cap="none" dirty="0">
              <a:solidFill>
                <a:srgbClr val="434343"/>
              </a:solidFill>
              <a:latin typeface="Google Sans"/>
              <a:ea typeface="Google Sans"/>
              <a:cs typeface="Google Sans"/>
              <a:sym typeface="Google Sans"/>
            </a:endParaRPr>
          </a:p>
          <a:p>
            <a:pPr marL="0" marR="0" lvl="0" indent="0" algn="l" rtl="0">
              <a:lnSpc>
                <a:spcPct val="100000"/>
              </a:lnSpc>
              <a:spcBef>
                <a:spcPts val="0"/>
              </a:spcBef>
              <a:spcAft>
                <a:spcPts val="0"/>
              </a:spcAft>
              <a:buClr>
                <a:srgbClr val="000000"/>
              </a:buClr>
              <a:buSzPts val="1800"/>
              <a:buFont typeface="Arial"/>
              <a:buNone/>
            </a:pPr>
            <a:endParaRPr sz="1800" b="1" i="0" u="none" strike="noStrike" cap="none" dirty="0">
              <a:solidFill>
                <a:srgbClr val="000000"/>
              </a:solidFill>
              <a:latin typeface="Arial"/>
              <a:ea typeface="Arial"/>
              <a:cs typeface="Arial"/>
              <a:sym typeface="Arial"/>
            </a:endParaRPr>
          </a:p>
        </p:txBody>
      </p:sp>
      <p:pic>
        <p:nvPicPr>
          <p:cNvPr id="116" name="Google Shape;116;p28" title="Techsprint banner.png"/>
          <p:cNvPicPr preferRelativeResize="0"/>
          <p:nvPr/>
        </p:nvPicPr>
        <p:blipFill>
          <a:blip r:embed="rId3">
            <a:alphaModFix/>
          </a:blip>
          <a:stretch>
            <a:fillRect/>
          </a:stretch>
        </p:blipFill>
        <p:spPr>
          <a:xfrm>
            <a:off x="0" y="0"/>
            <a:ext cx="9085198" cy="3028399"/>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20"/>
        <p:cNvGrpSpPr/>
        <p:nvPr/>
      </p:nvGrpSpPr>
      <p:grpSpPr>
        <a:xfrm>
          <a:off x="0" y="0"/>
          <a:ext cx="0" cy="0"/>
          <a:chOff x="0" y="0"/>
          <a:chExt cx="0" cy="0"/>
        </a:xfrm>
      </p:grpSpPr>
      <p:sp>
        <p:nvSpPr>
          <p:cNvPr id="121" name="Google Shape;121;p29"/>
          <p:cNvSpPr txBox="1"/>
          <p:nvPr/>
        </p:nvSpPr>
        <p:spPr>
          <a:xfrm>
            <a:off x="159800" y="820526"/>
            <a:ext cx="8870786" cy="4035008"/>
          </a:xfrm>
          <a:prstGeom prst="rect">
            <a:avLst/>
          </a:prstGeom>
          <a:solidFill>
            <a:schemeClr val="accent6">
              <a:lumMod val="60000"/>
              <a:lumOff val="40000"/>
            </a:schemeClr>
          </a:solid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2800" b="1" i="0" u="none" strike="noStrike" cap="none" dirty="0">
                <a:solidFill>
                  <a:srgbClr val="434343"/>
                </a:solidFill>
                <a:latin typeface="Calibri" panose="020F0502020204030204" pitchFamily="34" charset="0"/>
                <a:ea typeface="Google Sans"/>
                <a:cs typeface="Calibri" panose="020F0502020204030204" pitchFamily="34" charset="0"/>
                <a:sym typeface="Google Sans"/>
              </a:rPr>
              <a:t> </a:t>
            </a:r>
            <a:r>
              <a:rPr lang="en-US" sz="2400" b="1" i="0" u="none" strike="noStrike" cap="none" dirty="0">
                <a:solidFill>
                  <a:srgbClr val="434343"/>
                </a:solidFill>
                <a:latin typeface="Calibri" panose="020F0502020204030204" pitchFamily="34" charset="0"/>
                <a:ea typeface="Google Sans"/>
                <a:cs typeface="Calibri" panose="020F0502020204030204" pitchFamily="34" charset="0"/>
                <a:sym typeface="Google Sans"/>
              </a:rPr>
              <a:t>HealthCare</a:t>
            </a:r>
          </a:p>
          <a:p>
            <a:pPr marL="0" marR="0" lvl="0" indent="0" algn="just" rtl="0">
              <a:lnSpc>
                <a:spcPct val="100000"/>
              </a:lnSpc>
              <a:spcBef>
                <a:spcPts val="0"/>
              </a:spcBef>
              <a:spcAft>
                <a:spcPts val="0"/>
              </a:spcAft>
              <a:buClr>
                <a:srgbClr val="000000"/>
              </a:buClr>
              <a:buSzPts val="1800"/>
              <a:buFont typeface="Arial"/>
              <a:buNone/>
            </a:pPr>
            <a:r>
              <a:rPr lang="en-US" sz="2000" b="1" dirty="0">
                <a:solidFill>
                  <a:srgbClr val="434343"/>
                </a:solidFill>
                <a:latin typeface="Calibri" panose="020F0502020204030204" pitchFamily="34" charset="0"/>
                <a:ea typeface="Google Sans"/>
                <a:cs typeface="Calibri" panose="020F0502020204030204" pitchFamily="34" charset="0"/>
                <a:sym typeface="Google Sans"/>
              </a:rPr>
              <a:t>Health care is one of the biggest issues in the whole world  and especially, on the top of that the issue of Diabetes is the most prevalent and that too in India. </a:t>
            </a:r>
          </a:p>
          <a:p>
            <a:pPr marL="0" marR="0" lvl="0" indent="0" algn="just" rtl="0">
              <a:lnSpc>
                <a:spcPct val="100000"/>
              </a:lnSpc>
              <a:spcBef>
                <a:spcPts val="0"/>
              </a:spcBef>
              <a:spcAft>
                <a:spcPts val="0"/>
              </a:spcAft>
              <a:buClr>
                <a:srgbClr val="000000"/>
              </a:buClr>
              <a:buSzPts val="1800"/>
              <a:buFont typeface="Arial"/>
              <a:buNone/>
            </a:pPr>
            <a:endParaRPr lang="en-US" sz="2000" b="1" dirty="0">
              <a:solidFill>
                <a:srgbClr val="434343"/>
              </a:solidFill>
              <a:latin typeface="Calibri" panose="020F0502020204030204" pitchFamily="34" charset="0"/>
              <a:ea typeface="Google Sans"/>
              <a:cs typeface="Calibri" panose="020F0502020204030204" pitchFamily="34" charset="0"/>
              <a:sym typeface="Google Sans"/>
            </a:endParaRPr>
          </a:p>
          <a:p>
            <a:pPr marL="0" marR="0" lvl="0" indent="0" algn="just" rtl="0">
              <a:lnSpc>
                <a:spcPct val="100000"/>
              </a:lnSpc>
              <a:spcBef>
                <a:spcPts val="0"/>
              </a:spcBef>
              <a:spcAft>
                <a:spcPts val="0"/>
              </a:spcAft>
              <a:buClr>
                <a:srgbClr val="000000"/>
              </a:buClr>
              <a:buSzPts val="1800"/>
              <a:buFont typeface="Arial"/>
              <a:buNone/>
            </a:pPr>
            <a:r>
              <a:rPr lang="en-US" sz="2000" b="1" dirty="0">
                <a:solidFill>
                  <a:srgbClr val="434343"/>
                </a:solidFill>
                <a:latin typeface="Calibri" panose="020F0502020204030204" pitchFamily="34" charset="0"/>
                <a:ea typeface="Google Sans"/>
                <a:cs typeface="Calibri" panose="020F0502020204030204" pitchFamily="34" charset="0"/>
                <a:sym typeface="Google Sans"/>
              </a:rPr>
              <a:t>As we all know that Prevention is better than Cure. So, if any person comes to know about the probability of having diabetes before hand, then he can take precautions and prevent from the Diabetes to get worsen.  </a:t>
            </a:r>
          </a:p>
          <a:p>
            <a:pPr marL="0" marR="0" lvl="0" indent="0" algn="just" rtl="0">
              <a:lnSpc>
                <a:spcPct val="100000"/>
              </a:lnSpc>
              <a:spcBef>
                <a:spcPts val="0"/>
              </a:spcBef>
              <a:spcAft>
                <a:spcPts val="0"/>
              </a:spcAft>
              <a:buClr>
                <a:srgbClr val="000000"/>
              </a:buClr>
              <a:buSzPts val="1800"/>
              <a:buFont typeface="Arial"/>
              <a:buNone/>
            </a:pPr>
            <a:endParaRPr lang="en-US" sz="2000" b="1" dirty="0">
              <a:solidFill>
                <a:srgbClr val="434343"/>
              </a:solidFill>
              <a:latin typeface="Calibri" panose="020F0502020204030204" pitchFamily="34" charset="0"/>
              <a:ea typeface="Google Sans"/>
              <a:cs typeface="Calibri" panose="020F0502020204030204" pitchFamily="34" charset="0"/>
              <a:sym typeface="Google Sans"/>
            </a:endParaRPr>
          </a:p>
          <a:p>
            <a:pPr marL="0" marR="0" lvl="0" indent="0" algn="just" rtl="0">
              <a:lnSpc>
                <a:spcPct val="100000"/>
              </a:lnSpc>
              <a:spcBef>
                <a:spcPts val="0"/>
              </a:spcBef>
              <a:spcAft>
                <a:spcPts val="0"/>
              </a:spcAft>
              <a:buClr>
                <a:srgbClr val="000000"/>
              </a:buClr>
              <a:buSzPts val="1800"/>
              <a:buFont typeface="Arial"/>
              <a:buNone/>
            </a:pPr>
            <a:r>
              <a:rPr lang="en-US" sz="2000" b="1" dirty="0">
                <a:solidFill>
                  <a:srgbClr val="434343"/>
                </a:solidFill>
                <a:latin typeface="Calibri" panose="020F0502020204030204" pitchFamily="34" charset="0"/>
                <a:ea typeface="Google Sans"/>
                <a:cs typeface="Calibri" panose="020F0502020204030204" pitchFamily="34" charset="0"/>
                <a:sym typeface="Google Sans"/>
              </a:rPr>
              <a:t>So, I, the member of Bharat Innovators, have built a Pima Indian Diabetes Dataset predictor based on Random Forest Classifier Machine Learning Algorithm which works on the concept of decision trees. </a:t>
            </a:r>
          </a:p>
          <a:p>
            <a:pPr marL="0" marR="0" lvl="0" indent="0" algn="just" rtl="0">
              <a:lnSpc>
                <a:spcPct val="100000"/>
              </a:lnSpc>
              <a:spcBef>
                <a:spcPts val="0"/>
              </a:spcBef>
              <a:spcAft>
                <a:spcPts val="0"/>
              </a:spcAft>
              <a:buClr>
                <a:srgbClr val="000000"/>
              </a:buClr>
              <a:buSzPts val="1800"/>
              <a:buFont typeface="Arial"/>
              <a:buNone/>
            </a:pPr>
            <a:endParaRPr lang="en-US" sz="2400" b="1" i="0" u="none" strike="noStrike" cap="none" dirty="0">
              <a:solidFill>
                <a:srgbClr val="434343"/>
              </a:solidFill>
              <a:latin typeface="Calibri" panose="020F0502020204030204" pitchFamily="34" charset="0"/>
              <a:ea typeface="Google Sans"/>
              <a:cs typeface="Calibri" panose="020F0502020204030204" pitchFamily="34" charset="0"/>
              <a:sym typeface="Google Sans"/>
            </a:endParaRPr>
          </a:p>
        </p:txBody>
      </p:sp>
      <p:pic>
        <p:nvPicPr>
          <p:cNvPr id="122" name="Google Shape;122;p29" title="Group 2200185.png"/>
          <p:cNvPicPr preferRelativeResize="0"/>
          <p:nvPr/>
        </p:nvPicPr>
        <p:blipFill>
          <a:blip r:embed="rId3">
            <a:alphaModFix/>
          </a:blip>
          <a:stretch>
            <a:fillRect/>
          </a:stretch>
        </p:blipFill>
        <p:spPr>
          <a:xfrm>
            <a:off x="159800" y="174175"/>
            <a:ext cx="1826526" cy="32742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26"/>
        <p:cNvGrpSpPr/>
        <p:nvPr/>
      </p:nvGrpSpPr>
      <p:grpSpPr>
        <a:xfrm>
          <a:off x="0" y="0"/>
          <a:ext cx="0" cy="0"/>
          <a:chOff x="0" y="0"/>
          <a:chExt cx="0" cy="0"/>
        </a:xfrm>
      </p:grpSpPr>
      <p:sp>
        <p:nvSpPr>
          <p:cNvPr id="127" name="Google Shape;127;p30"/>
          <p:cNvSpPr txBox="1"/>
          <p:nvPr/>
        </p:nvSpPr>
        <p:spPr>
          <a:xfrm>
            <a:off x="183250" y="818549"/>
            <a:ext cx="8784300" cy="3959013"/>
          </a:xfrm>
          <a:prstGeom prst="rect">
            <a:avLst/>
          </a:prstGeom>
          <a:solidFill>
            <a:schemeClr val="accent5">
              <a:lumMod val="40000"/>
              <a:lumOff val="60000"/>
            </a:schemeClr>
          </a:solidFill>
          <a:ln>
            <a:noFill/>
          </a:ln>
        </p:spPr>
        <p:txBody>
          <a:bodyPr spcFirstLastPara="1" wrap="square" lIns="91425" tIns="91425" rIns="91425" bIns="91425" anchor="t" anchorCtr="0">
            <a:noAutofit/>
          </a:bodyPr>
          <a:lstStyle/>
          <a:p>
            <a:pPr marL="0" marR="0" lvl="0" indent="0" algn="just" rtl="0">
              <a:lnSpc>
                <a:spcPct val="115000"/>
              </a:lnSpc>
              <a:spcBef>
                <a:spcPts val="0"/>
              </a:spcBef>
              <a:spcAft>
                <a:spcPts val="0"/>
              </a:spcAft>
              <a:buClr>
                <a:srgbClr val="000000"/>
              </a:buClr>
              <a:buSzPts val="1800"/>
              <a:buFont typeface="Arial"/>
              <a:buNone/>
            </a:pPr>
            <a:r>
              <a:rPr lang="en-US" sz="2400" b="1" i="0" u="none" strike="noStrike" cap="none" dirty="0">
                <a:solidFill>
                  <a:srgbClr val="434343"/>
                </a:solidFill>
                <a:latin typeface="Calibri" panose="020F0502020204030204" pitchFamily="34" charset="0"/>
                <a:ea typeface="Google Sans"/>
                <a:cs typeface="Calibri" panose="020F0502020204030204" pitchFamily="34" charset="0"/>
                <a:sym typeface="Google Sans"/>
              </a:rPr>
              <a:t>This project of mine is different from any other projects as its based on healthcare which is the most important thing in the world as its well said that ‘Health is Wealth’.  </a:t>
            </a:r>
          </a:p>
          <a:p>
            <a:pPr marL="0" marR="0" lvl="0" indent="0" algn="just" rtl="0">
              <a:lnSpc>
                <a:spcPct val="115000"/>
              </a:lnSpc>
              <a:spcBef>
                <a:spcPts val="0"/>
              </a:spcBef>
              <a:spcAft>
                <a:spcPts val="0"/>
              </a:spcAft>
              <a:buClr>
                <a:srgbClr val="000000"/>
              </a:buClr>
              <a:buSzPts val="1800"/>
              <a:buFont typeface="Arial"/>
              <a:buNone/>
            </a:pPr>
            <a:endParaRPr lang="en-US" sz="2400" b="1" dirty="0">
              <a:solidFill>
                <a:srgbClr val="434343"/>
              </a:solidFill>
              <a:latin typeface="Calibri" panose="020F0502020204030204" pitchFamily="34" charset="0"/>
              <a:ea typeface="Google Sans"/>
              <a:cs typeface="Calibri" panose="020F0502020204030204" pitchFamily="34" charset="0"/>
              <a:sym typeface="Google Sans"/>
            </a:endParaRPr>
          </a:p>
          <a:p>
            <a:pPr marL="0" marR="0" lvl="0" indent="0" algn="just" rtl="0">
              <a:lnSpc>
                <a:spcPct val="115000"/>
              </a:lnSpc>
              <a:spcBef>
                <a:spcPts val="0"/>
              </a:spcBef>
              <a:spcAft>
                <a:spcPts val="0"/>
              </a:spcAft>
              <a:buClr>
                <a:srgbClr val="000000"/>
              </a:buClr>
              <a:buSzPts val="1800"/>
              <a:buFont typeface="Arial"/>
              <a:buNone/>
            </a:pPr>
            <a:r>
              <a:rPr lang="en-US" sz="2000" b="1" i="0" u="none" strike="noStrike" cap="none" dirty="0">
                <a:solidFill>
                  <a:srgbClr val="434343"/>
                </a:solidFill>
                <a:latin typeface="Calibri" panose="020F0502020204030204" pitchFamily="34" charset="0"/>
                <a:ea typeface="Google Sans"/>
                <a:cs typeface="Calibri" panose="020F0502020204030204" pitchFamily="34" charset="0"/>
                <a:sym typeface="Google Sans"/>
              </a:rPr>
              <a:t>It can solve the problem as it can tell a person whether he or she is having the probability of being diabetic or not. So, accordingly he can take precaution.  </a:t>
            </a:r>
          </a:p>
          <a:p>
            <a:pPr marL="0" marR="0" lvl="0" indent="0" algn="just" rtl="0">
              <a:lnSpc>
                <a:spcPct val="115000"/>
              </a:lnSpc>
              <a:spcBef>
                <a:spcPts val="0"/>
              </a:spcBef>
              <a:spcAft>
                <a:spcPts val="0"/>
              </a:spcAft>
              <a:buClr>
                <a:srgbClr val="000000"/>
              </a:buClr>
              <a:buSzPts val="1800"/>
              <a:buFont typeface="Arial"/>
              <a:buNone/>
            </a:pPr>
            <a:endParaRPr lang="en-US" sz="2000" b="1" dirty="0">
              <a:solidFill>
                <a:srgbClr val="434343"/>
              </a:solidFill>
              <a:latin typeface="Calibri" panose="020F0502020204030204" pitchFamily="34" charset="0"/>
              <a:ea typeface="Google Sans"/>
              <a:cs typeface="Calibri" panose="020F0502020204030204" pitchFamily="34" charset="0"/>
              <a:sym typeface="Google Sans"/>
            </a:endParaRPr>
          </a:p>
          <a:p>
            <a:pPr marL="0" marR="0" lvl="0" indent="0" algn="just" rtl="0">
              <a:lnSpc>
                <a:spcPct val="115000"/>
              </a:lnSpc>
              <a:spcBef>
                <a:spcPts val="0"/>
              </a:spcBef>
              <a:spcAft>
                <a:spcPts val="0"/>
              </a:spcAft>
              <a:buClr>
                <a:srgbClr val="000000"/>
              </a:buClr>
              <a:buSzPts val="1800"/>
              <a:buFont typeface="Arial"/>
              <a:buNone/>
            </a:pPr>
            <a:r>
              <a:rPr lang="en-US" sz="2000" b="1" dirty="0">
                <a:solidFill>
                  <a:srgbClr val="434343"/>
                </a:solidFill>
                <a:latin typeface="Calibri" panose="020F0502020204030204" pitchFamily="34" charset="0"/>
                <a:ea typeface="Google Sans"/>
                <a:cs typeface="Calibri" panose="020F0502020204030204" pitchFamily="34" charset="0"/>
                <a:sym typeface="Google Sans"/>
              </a:rPr>
              <a:t>If we go on the google, then we don’t see too much predictors and a little bit of them are there and they also charge for money.  But this is free of cost with 82% accuracy. </a:t>
            </a:r>
            <a:endParaRPr lang="en-US" sz="2000" b="1" i="0" u="none" strike="noStrike" cap="none" dirty="0">
              <a:solidFill>
                <a:srgbClr val="434343"/>
              </a:solidFill>
              <a:latin typeface="Calibri" panose="020F0502020204030204" pitchFamily="34" charset="0"/>
              <a:ea typeface="Google Sans"/>
              <a:cs typeface="Calibri" panose="020F0502020204030204" pitchFamily="34" charset="0"/>
              <a:sym typeface="Google Sans"/>
            </a:endParaRPr>
          </a:p>
          <a:p>
            <a:pPr marL="0" marR="0" lvl="0" indent="0" algn="just" rtl="0">
              <a:lnSpc>
                <a:spcPct val="115000"/>
              </a:lnSpc>
              <a:spcBef>
                <a:spcPts val="0"/>
              </a:spcBef>
              <a:spcAft>
                <a:spcPts val="0"/>
              </a:spcAft>
              <a:buClr>
                <a:srgbClr val="000000"/>
              </a:buClr>
              <a:buSzPts val="1800"/>
              <a:buFont typeface="Arial"/>
              <a:buNone/>
            </a:pPr>
            <a:endParaRPr sz="2400" b="1" i="0" u="none" strike="noStrike" cap="none" dirty="0">
              <a:solidFill>
                <a:srgbClr val="434343"/>
              </a:solidFill>
              <a:latin typeface="Calibri" panose="020F0502020204030204" pitchFamily="34" charset="0"/>
              <a:ea typeface="Google Sans"/>
              <a:cs typeface="Calibri" panose="020F0502020204030204" pitchFamily="34" charset="0"/>
              <a:sym typeface="Google Sans"/>
            </a:endParaRPr>
          </a:p>
        </p:txBody>
      </p:sp>
      <p:pic>
        <p:nvPicPr>
          <p:cNvPr id="128" name="Google Shape;128;p30" title="Group 2200185.png"/>
          <p:cNvPicPr preferRelativeResize="0"/>
          <p:nvPr/>
        </p:nvPicPr>
        <p:blipFill>
          <a:blip r:embed="rId3">
            <a:alphaModFix/>
          </a:blip>
          <a:stretch>
            <a:fillRect/>
          </a:stretch>
        </p:blipFill>
        <p:spPr>
          <a:xfrm>
            <a:off x="159800" y="174175"/>
            <a:ext cx="1826526" cy="32742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38"/>
        <p:cNvGrpSpPr/>
        <p:nvPr/>
      </p:nvGrpSpPr>
      <p:grpSpPr>
        <a:xfrm>
          <a:off x="0" y="0"/>
          <a:ext cx="0" cy="0"/>
          <a:chOff x="0" y="0"/>
          <a:chExt cx="0" cy="0"/>
        </a:xfrm>
      </p:grpSpPr>
      <p:sp>
        <p:nvSpPr>
          <p:cNvPr id="139" name="Google Shape;139;p32"/>
          <p:cNvSpPr txBox="1"/>
          <p:nvPr/>
        </p:nvSpPr>
        <p:spPr>
          <a:xfrm>
            <a:off x="158825" y="855224"/>
            <a:ext cx="8784300" cy="3922339"/>
          </a:xfrm>
          <a:prstGeom prst="rect">
            <a:avLst/>
          </a:prstGeom>
          <a:solidFill>
            <a:srgbClr val="FFFF00"/>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GB" sz="1800" b="1" i="0" u="none" strike="noStrike" cap="none" dirty="0">
                <a:solidFill>
                  <a:srgbClr val="434343"/>
                </a:solidFill>
                <a:latin typeface="Google Sans"/>
                <a:ea typeface="Google Sans"/>
                <a:cs typeface="Google Sans"/>
                <a:sym typeface="Google Sans"/>
              </a:rPr>
              <a:t>The features offered in the solution include : </a:t>
            </a:r>
            <a:r>
              <a:rPr lang="en-GB" sz="1800" b="1" dirty="0">
                <a:solidFill>
                  <a:srgbClr val="434343"/>
                </a:solidFill>
                <a:latin typeface="Google Sans"/>
                <a:ea typeface="Google Sans"/>
                <a:cs typeface="Google Sans"/>
                <a:sym typeface="Google Sans"/>
              </a:rPr>
              <a:t> </a:t>
            </a:r>
          </a:p>
          <a:p>
            <a:pPr marL="342900" marR="0" lvl="0" indent="-342900" algn="l" rtl="0">
              <a:lnSpc>
                <a:spcPct val="100000"/>
              </a:lnSpc>
              <a:spcBef>
                <a:spcPts val="0"/>
              </a:spcBef>
              <a:spcAft>
                <a:spcPts val="0"/>
              </a:spcAft>
              <a:buClr>
                <a:srgbClr val="000000"/>
              </a:buClr>
              <a:buSzPts val="1800"/>
              <a:buFont typeface="Arial"/>
              <a:buAutoNum type="arabicPeriod"/>
            </a:pPr>
            <a:r>
              <a:rPr lang="en-GB" sz="1800" b="1" i="0" u="none" strike="noStrike" cap="none" dirty="0">
                <a:solidFill>
                  <a:srgbClr val="434343"/>
                </a:solidFill>
                <a:latin typeface="Google Sans"/>
                <a:ea typeface="Google Sans"/>
                <a:cs typeface="Google Sans"/>
                <a:sym typeface="Google Sans"/>
              </a:rPr>
              <a:t>Diabetes Predictor (Predicts presence or absence of diabetes ) </a:t>
            </a:r>
          </a:p>
          <a:p>
            <a:pPr marL="342900" marR="0" lvl="0" indent="-342900" algn="l" rtl="0">
              <a:lnSpc>
                <a:spcPct val="100000"/>
              </a:lnSpc>
              <a:spcBef>
                <a:spcPts val="0"/>
              </a:spcBef>
              <a:spcAft>
                <a:spcPts val="0"/>
              </a:spcAft>
              <a:buClr>
                <a:srgbClr val="000000"/>
              </a:buClr>
              <a:buSzPts val="1800"/>
              <a:buFont typeface="Arial"/>
              <a:buAutoNum type="arabicPeriod"/>
            </a:pPr>
            <a:r>
              <a:rPr lang="en-GB" sz="1800" b="1" dirty="0">
                <a:solidFill>
                  <a:srgbClr val="434343"/>
                </a:solidFill>
                <a:latin typeface="Google Sans"/>
                <a:ea typeface="Google Sans"/>
                <a:cs typeface="Google Sans"/>
                <a:sym typeface="Google Sans"/>
              </a:rPr>
              <a:t>Diabetes Probability Predictor ( Predicts the probability of diabetes)  </a:t>
            </a:r>
          </a:p>
          <a:p>
            <a:pPr marR="0" lvl="0" algn="l" rtl="0">
              <a:lnSpc>
                <a:spcPct val="100000"/>
              </a:lnSpc>
              <a:spcBef>
                <a:spcPts val="0"/>
              </a:spcBef>
              <a:spcAft>
                <a:spcPts val="0"/>
              </a:spcAft>
              <a:buClr>
                <a:srgbClr val="000000"/>
              </a:buClr>
              <a:buSzPts val="1800"/>
            </a:pPr>
            <a:endParaRPr lang="en-GB" sz="1800" b="1" dirty="0">
              <a:solidFill>
                <a:srgbClr val="434343"/>
              </a:solidFill>
              <a:latin typeface="Google Sans"/>
              <a:ea typeface="Google Sans"/>
              <a:cs typeface="Google Sans"/>
              <a:sym typeface="Google Sans"/>
            </a:endParaRPr>
          </a:p>
          <a:p>
            <a:pPr marR="0" lvl="0" algn="l" rtl="0">
              <a:lnSpc>
                <a:spcPct val="100000"/>
              </a:lnSpc>
              <a:spcBef>
                <a:spcPts val="0"/>
              </a:spcBef>
              <a:spcAft>
                <a:spcPts val="0"/>
              </a:spcAft>
              <a:buClr>
                <a:srgbClr val="000000"/>
              </a:buClr>
              <a:buSzPts val="1800"/>
            </a:pPr>
            <a:r>
              <a:rPr lang="en-GB" sz="1800" b="1" dirty="0">
                <a:solidFill>
                  <a:srgbClr val="434343"/>
                </a:solidFill>
                <a:latin typeface="Google Sans"/>
                <a:ea typeface="Google Sans"/>
                <a:cs typeface="Google Sans"/>
                <a:sym typeface="Google Sans"/>
              </a:rPr>
              <a:t>There are predictions made on 8 features : Pregnancies(Females), Glucose, Blood Pressure, Skin Thickness, Insulin, BMI, Diabetes Pedigree Function and Age. </a:t>
            </a:r>
            <a:r>
              <a:rPr lang="en-GB" sz="1800" b="1" i="0" u="none" strike="noStrike" cap="none" dirty="0">
                <a:solidFill>
                  <a:srgbClr val="434343"/>
                </a:solidFill>
                <a:latin typeface="Google Sans"/>
                <a:ea typeface="Google Sans"/>
                <a:cs typeface="Google Sans"/>
                <a:sym typeface="Google Sans"/>
              </a:rPr>
              <a:t>  </a:t>
            </a:r>
          </a:p>
          <a:p>
            <a:pPr marR="0" lvl="0" algn="l" rtl="0">
              <a:lnSpc>
                <a:spcPct val="100000"/>
              </a:lnSpc>
              <a:spcBef>
                <a:spcPts val="0"/>
              </a:spcBef>
              <a:spcAft>
                <a:spcPts val="0"/>
              </a:spcAft>
              <a:buClr>
                <a:srgbClr val="000000"/>
              </a:buClr>
              <a:buSzPts val="1800"/>
            </a:pPr>
            <a:endParaRPr lang="en-GB" sz="1800" b="1" dirty="0">
              <a:solidFill>
                <a:srgbClr val="434343"/>
              </a:solidFill>
              <a:latin typeface="Google Sans"/>
              <a:ea typeface="Google Sans"/>
              <a:cs typeface="Google Sans"/>
              <a:sym typeface="Google Sans"/>
            </a:endParaRPr>
          </a:p>
          <a:p>
            <a:pPr marR="0" lvl="0" algn="l" rtl="0">
              <a:lnSpc>
                <a:spcPct val="100000"/>
              </a:lnSpc>
              <a:spcBef>
                <a:spcPts val="0"/>
              </a:spcBef>
              <a:spcAft>
                <a:spcPts val="0"/>
              </a:spcAft>
              <a:buClr>
                <a:srgbClr val="000000"/>
              </a:buClr>
              <a:buSzPts val="1800"/>
            </a:pPr>
            <a:r>
              <a:rPr lang="en-GB" sz="1800" b="1" i="0" u="none" strike="noStrike" cap="none" dirty="0">
                <a:solidFill>
                  <a:srgbClr val="434343"/>
                </a:solidFill>
                <a:latin typeface="Google Sans"/>
                <a:ea typeface="Google Sans"/>
                <a:cs typeface="Google Sans"/>
                <a:sym typeface="Google Sans"/>
              </a:rPr>
              <a:t>The Google Technologies mainly used include : </a:t>
            </a:r>
          </a:p>
          <a:p>
            <a:pPr marL="342900" marR="0" lvl="0" indent="-342900" algn="l" rtl="0">
              <a:lnSpc>
                <a:spcPct val="100000"/>
              </a:lnSpc>
              <a:spcBef>
                <a:spcPts val="0"/>
              </a:spcBef>
              <a:spcAft>
                <a:spcPts val="0"/>
              </a:spcAft>
              <a:buClr>
                <a:srgbClr val="000000"/>
              </a:buClr>
              <a:buSzPts val="1800"/>
              <a:buAutoNum type="arabicPeriod"/>
            </a:pPr>
            <a:r>
              <a:rPr lang="en-GB" sz="1800" b="1" dirty="0">
                <a:solidFill>
                  <a:srgbClr val="434343"/>
                </a:solidFill>
                <a:latin typeface="Google Sans"/>
                <a:ea typeface="Google Sans"/>
                <a:cs typeface="Google Sans"/>
                <a:sym typeface="Google Sans"/>
              </a:rPr>
              <a:t>Stream lit Cloud Community built on  Google Cloud Platform </a:t>
            </a:r>
          </a:p>
          <a:p>
            <a:pPr marL="342900" marR="0" lvl="0" indent="-342900" algn="l" rtl="0">
              <a:lnSpc>
                <a:spcPct val="100000"/>
              </a:lnSpc>
              <a:spcBef>
                <a:spcPts val="0"/>
              </a:spcBef>
              <a:spcAft>
                <a:spcPts val="0"/>
              </a:spcAft>
              <a:buClr>
                <a:srgbClr val="000000"/>
              </a:buClr>
              <a:buSzPts val="1800"/>
              <a:buAutoNum type="arabicPeriod"/>
            </a:pPr>
            <a:r>
              <a:rPr lang="en-GB" sz="1800" b="1" i="0" u="none" strike="noStrike" cap="none" dirty="0">
                <a:solidFill>
                  <a:srgbClr val="434343"/>
                </a:solidFill>
                <a:latin typeface="Google Sans"/>
                <a:ea typeface="Google Sans"/>
                <a:cs typeface="Google Sans"/>
                <a:sym typeface="Google Sans"/>
              </a:rPr>
              <a:t>Kaggle for importing the dataset of Pima Indian Diabetes </a:t>
            </a:r>
          </a:p>
          <a:p>
            <a:pPr marL="342900" marR="0" lvl="0" indent="-342900" algn="l" rtl="0">
              <a:lnSpc>
                <a:spcPct val="100000"/>
              </a:lnSpc>
              <a:spcBef>
                <a:spcPts val="0"/>
              </a:spcBef>
              <a:spcAft>
                <a:spcPts val="0"/>
              </a:spcAft>
              <a:buClr>
                <a:srgbClr val="000000"/>
              </a:buClr>
              <a:buSzPts val="1800"/>
              <a:buAutoNum type="arabicPeriod"/>
            </a:pPr>
            <a:r>
              <a:rPr lang="en-GB" sz="1800" b="1" dirty="0">
                <a:solidFill>
                  <a:srgbClr val="434343"/>
                </a:solidFill>
                <a:latin typeface="Google Sans"/>
                <a:ea typeface="Google Sans"/>
                <a:cs typeface="Google Sans"/>
                <a:sym typeface="Google Sans"/>
              </a:rPr>
              <a:t>Used Google search and chat GPT for gaining knowledge about the codes and ML models.  </a:t>
            </a:r>
          </a:p>
          <a:p>
            <a:pPr marL="342900" marR="0" lvl="0" indent="-342900" algn="l" rtl="0">
              <a:lnSpc>
                <a:spcPct val="100000"/>
              </a:lnSpc>
              <a:spcBef>
                <a:spcPts val="0"/>
              </a:spcBef>
              <a:spcAft>
                <a:spcPts val="0"/>
              </a:spcAft>
              <a:buClr>
                <a:srgbClr val="000000"/>
              </a:buClr>
              <a:buSzPts val="1800"/>
              <a:buAutoNum type="arabicPeriod"/>
            </a:pPr>
            <a:r>
              <a:rPr lang="en-GB" sz="1800" b="1" i="0" u="none" strike="noStrike" cap="none" dirty="0">
                <a:solidFill>
                  <a:srgbClr val="434343"/>
                </a:solidFill>
                <a:latin typeface="Google Sans"/>
                <a:ea typeface="Google Sans"/>
                <a:cs typeface="Google Sans"/>
                <a:sym typeface="Google Sans"/>
              </a:rPr>
              <a:t>Also tried using the Google collab for coding. </a:t>
            </a:r>
          </a:p>
          <a:p>
            <a:pPr marR="0" lvl="0" algn="l" rtl="0">
              <a:lnSpc>
                <a:spcPct val="100000"/>
              </a:lnSpc>
              <a:spcBef>
                <a:spcPts val="0"/>
              </a:spcBef>
              <a:spcAft>
                <a:spcPts val="0"/>
              </a:spcAft>
              <a:buClr>
                <a:srgbClr val="000000"/>
              </a:buClr>
              <a:buSzPts val="1800"/>
            </a:pPr>
            <a:endParaRPr sz="1200" b="1" i="0" u="none" strike="noStrike" cap="none" dirty="0">
              <a:solidFill>
                <a:srgbClr val="434343"/>
              </a:solidFill>
              <a:latin typeface="Google Sans"/>
              <a:ea typeface="Google Sans"/>
              <a:cs typeface="Google Sans"/>
              <a:sym typeface="Google Sans"/>
            </a:endParaRPr>
          </a:p>
        </p:txBody>
      </p:sp>
      <p:pic>
        <p:nvPicPr>
          <p:cNvPr id="140" name="Google Shape;140;p32" title="Group 2200185.png"/>
          <p:cNvPicPr preferRelativeResize="0"/>
          <p:nvPr/>
        </p:nvPicPr>
        <p:blipFill>
          <a:blip r:embed="rId3">
            <a:alphaModFix/>
          </a:blip>
          <a:stretch>
            <a:fillRect/>
          </a:stretch>
        </p:blipFill>
        <p:spPr>
          <a:xfrm>
            <a:off x="159800" y="174175"/>
            <a:ext cx="1826526" cy="32742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44"/>
        <p:cNvGrpSpPr/>
        <p:nvPr/>
      </p:nvGrpSpPr>
      <p:grpSpPr>
        <a:xfrm>
          <a:off x="0" y="0"/>
          <a:ext cx="0" cy="0"/>
          <a:chOff x="0" y="0"/>
          <a:chExt cx="0" cy="0"/>
        </a:xfrm>
      </p:grpSpPr>
      <p:sp>
        <p:nvSpPr>
          <p:cNvPr id="145" name="Google Shape;145;p33"/>
          <p:cNvSpPr txBox="1"/>
          <p:nvPr/>
        </p:nvSpPr>
        <p:spPr>
          <a:xfrm>
            <a:off x="195475" y="830774"/>
            <a:ext cx="8772000" cy="3932611"/>
          </a:xfrm>
          <a:prstGeom prst="rect">
            <a:avLst/>
          </a:prstGeom>
          <a:solidFill>
            <a:schemeClr val="accent6">
              <a:lumMod val="40000"/>
              <a:lumOff val="60000"/>
            </a:schemeClr>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GB" sz="1800" b="1" i="0" u="none" strike="noStrike" cap="none" dirty="0">
                <a:solidFill>
                  <a:srgbClr val="434343"/>
                </a:solidFill>
                <a:latin typeface="Google Sans"/>
                <a:ea typeface="Google Sans"/>
                <a:cs typeface="Google Sans"/>
                <a:sym typeface="Google Sans"/>
              </a:rPr>
              <a:t>                                  Process flow diagram or Use-case diagram</a:t>
            </a:r>
            <a:endParaRPr sz="1800" b="1" i="0" u="none" strike="noStrike" cap="none" dirty="0">
              <a:solidFill>
                <a:srgbClr val="434343"/>
              </a:solidFill>
              <a:latin typeface="Google Sans"/>
              <a:ea typeface="Google Sans"/>
              <a:cs typeface="Google Sans"/>
              <a:sym typeface="Google Sans"/>
            </a:endParaRPr>
          </a:p>
        </p:txBody>
      </p:sp>
      <p:pic>
        <p:nvPicPr>
          <p:cNvPr id="146" name="Google Shape;146;p33" title="Group 2200185.png"/>
          <p:cNvPicPr preferRelativeResize="0"/>
          <p:nvPr/>
        </p:nvPicPr>
        <p:blipFill>
          <a:blip r:embed="rId3">
            <a:alphaModFix/>
          </a:blip>
          <a:stretch>
            <a:fillRect/>
          </a:stretch>
        </p:blipFill>
        <p:spPr>
          <a:xfrm>
            <a:off x="159800" y="174175"/>
            <a:ext cx="1826526" cy="327425"/>
          </a:xfrm>
          <a:prstGeom prst="rect">
            <a:avLst/>
          </a:prstGeom>
          <a:noFill/>
          <a:ln>
            <a:noFill/>
          </a:ln>
        </p:spPr>
      </p:pic>
      <p:pic>
        <p:nvPicPr>
          <p:cNvPr id="3" name="Picture 2">
            <a:extLst>
              <a:ext uri="{FF2B5EF4-FFF2-40B4-BE49-F238E27FC236}">
                <a16:creationId xmlns:a16="http://schemas.microsoft.com/office/drawing/2014/main" id="{48EA4EAF-722D-B655-0EDD-6715F02B06BE}"/>
              </a:ext>
            </a:extLst>
          </p:cNvPr>
          <p:cNvPicPr>
            <a:picLocks noChangeAspect="1"/>
          </p:cNvPicPr>
          <p:nvPr/>
        </p:nvPicPr>
        <p:blipFill>
          <a:blip r:embed="rId4"/>
          <a:stretch>
            <a:fillRect/>
          </a:stretch>
        </p:blipFill>
        <p:spPr>
          <a:xfrm>
            <a:off x="2225749" y="1601972"/>
            <a:ext cx="4625342" cy="2710753"/>
          </a:xfrm>
          <a:prstGeom prst="rect">
            <a:avLst/>
          </a:prstGeom>
          <a:ln w="228600" cap="sq" cmpd="thickThin">
            <a:solidFill>
              <a:srgbClr val="000000"/>
            </a:solidFill>
            <a:prstDash val="solid"/>
            <a:miter lim="800000"/>
          </a:ln>
          <a:effectLst>
            <a:innerShdw blurRad="76200">
              <a:srgbClr val="000000"/>
            </a:innerShdw>
          </a:effec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62"/>
        <p:cNvGrpSpPr/>
        <p:nvPr/>
      </p:nvGrpSpPr>
      <p:grpSpPr>
        <a:xfrm>
          <a:off x="0" y="0"/>
          <a:ext cx="0" cy="0"/>
          <a:chOff x="0" y="0"/>
          <a:chExt cx="0" cy="0"/>
        </a:xfrm>
      </p:grpSpPr>
      <p:sp>
        <p:nvSpPr>
          <p:cNvPr id="163" name="Google Shape;163;p36"/>
          <p:cNvSpPr txBox="1"/>
          <p:nvPr/>
        </p:nvSpPr>
        <p:spPr>
          <a:xfrm>
            <a:off x="92149" y="174174"/>
            <a:ext cx="8850851" cy="4969325"/>
          </a:xfrm>
          <a:prstGeom prst="rect">
            <a:avLst/>
          </a:prstGeom>
          <a:solidFill>
            <a:schemeClr val="accent4">
              <a:lumMod val="40000"/>
              <a:lumOff val="60000"/>
            </a:schemeClr>
          </a:solid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800"/>
              <a:buFont typeface="Arial"/>
              <a:buNone/>
            </a:pPr>
            <a:endParaRPr lang="en-US" sz="1800" b="1" i="0" u="none" strike="noStrike" cap="none" dirty="0">
              <a:solidFill>
                <a:srgbClr val="434343"/>
              </a:solidFill>
              <a:latin typeface="Google Sans"/>
              <a:ea typeface="Google Sans"/>
              <a:cs typeface="Google Sans"/>
              <a:sym typeface="Google Sans"/>
            </a:endParaRPr>
          </a:p>
          <a:p>
            <a:pPr marL="0" marR="0" lvl="0" indent="0" algn="ctr" rtl="0">
              <a:lnSpc>
                <a:spcPct val="100000"/>
              </a:lnSpc>
              <a:spcBef>
                <a:spcPts val="0"/>
              </a:spcBef>
              <a:spcAft>
                <a:spcPts val="0"/>
              </a:spcAft>
              <a:buClr>
                <a:srgbClr val="000000"/>
              </a:buClr>
              <a:buSzPts val="1800"/>
              <a:buFont typeface="Arial"/>
              <a:buNone/>
            </a:pPr>
            <a:r>
              <a:rPr lang="en-IN" sz="1800" b="1" dirty="0">
                <a:solidFill>
                  <a:srgbClr val="434343"/>
                </a:solidFill>
                <a:latin typeface="Google Sans"/>
                <a:ea typeface="Google Sans"/>
                <a:cs typeface="Google Sans"/>
                <a:sym typeface="Google Sans"/>
              </a:rPr>
              <a:t>UI Screenshots </a:t>
            </a:r>
          </a:p>
          <a:p>
            <a:pPr marL="0" marR="0" lvl="0" indent="0" algn="ctr" rtl="0">
              <a:lnSpc>
                <a:spcPct val="100000"/>
              </a:lnSpc>
              <a:spcBef>
                <a:spcPts val="0"/>
              </a:spcBef>
              <a:spcAft>
                <a:spcPts val="0"/>
              </a:spcAft>
              <a:buClr>
                <a:srgbClr val="000000"/>
              </a:buClr>
              <a:buSzPts val="1800"/>
              <a:buFont typeface="Arial"/>
              <a:buNone/>
            </a:pPr>
            <a:endParaRPr lang="en-IN" sz="1800" b="1" dirty="0">
              <a:solidFill>
                <a:srgbClr val="434343"/>
              </a:solidFill>
              <a:latin typeface="Google Sans"/>
              <a:ea typeface="Google Sans"/>
              <a:cs typeface="Google Sans"/>
              <a:sym typeface="Google Sans"/>
            </a:endParaRPr>
          </a:p>
        </p:txBody>
      </p:sp>
      <p:pic>
        <p:nvPicPr>
          <p:cNvPr id="164" name="Google Shape;164;p36" title="Group 2200185.png"/>
          <p:cNvPicPr preferRelativeResize="0"/>
          <p:nvPr/>
        </p:nvPicPr>
        <p:blipFill>
          <a:blip r:embed="rId3">
            <a:alphaModFix/>
          </a:blip>
          <a:stretch>
            <a:fillRect/>
          </a:stretch>
        </p:blipFill>
        <p:spPr>
          <a:xfrm>
            <a:off x="159800" y="174175"/>
            <a:ext cx="1826526" cy="327425"/>
          </a:xfrm>
          <a:prstGeom prst="rect">
            <a:avLst/>
          </a:prstGeom>
          <a:noFill/>
          <a:ln>
            <a:noFill/>
          </a:ln>
        </p:spPr>
      </p:pic>
      <p:pic>
        <p:nvPicPr>
          <p:cNvPr id="3" name="Picture 2">
            <a:extLst>
              <a:ext uri="{FF2B5EF4-FFF2-40B4-BE49-F238E27FC236}">
                <a16:creationId xmlns:a16="http://schemas.microsoft.com/office/drawing/2014/main" id="{B6A336CA-C0AC-997B-F43D-282C1164F6C2}"/>
              </a:ext>
            </a:extLst>
          </p:cNvPr>
          <p:cNvPicPr>
            <a:picLocks noChangeAspect="1"/>
          </p:cNvPicPr>
          <p:nvPr/>
        </p:nvPicPr>
        <p:blipFill>
          <a:blip r:embed="rId4"/>
          <a:stretch>
            <a:fillRect/>
          </a:stretch>
        </p:blipFill>
        <p:spPr>
          <a:xfrm rot="21272192">
            <a:off x="269520" y="1039413"/>
            <a:ext cx="3677648" cy="1696049"/>
          </a:xfrm>
          <a:prstGeom prst="rect">
            <a:avLst/>
          </a:prstGeom>
          <a:ln>
            <a:noFill/>
          </a:ln>
          <a:effectLst>
            <a:outerShdw blurRad="292100" dist="139700" dir="2700000" algn="tl" rotWithShape="0">
              <a:srgbClr val="333333">
                <a:alpha val="65000"/>
              </a:srgbClr>
            </a:outerShdw>
          </a:effectLst>
        </p:spPr>
      </p:pic>
      <p:pic>
        <p:nvPicPr>
          <p:cNvPr id="5" name="Picture 4">
            <a:extLst>
              <a:ext uri="{FF2B5EF4-FFF2-40B4-BE49-F238E27FC236}">
                <a16:creationId xmlns:a16="http://schemas.microsoft.com/office/drawing/2014/main" id="{DEBCE53F-97B0-0A64-0C83-1E484CA34EE7}"/>
              </a:ext>
            </a:extLst>
          </p:cNvPr>
          <p:cNvPicPr>
            <a:picLocks noChangeAspect="1"/>
          </p:cNvPicPr>
          <p:nvPr/>
        </p:nvPicPr>
        <p:blipFill>
          <a:blip r:embed="rId5"/>
          <a:stretch>
            <a:fillRect/>
          </a:stretch>
        </p:blipFill>
        <p:spPr>
          <a:xfrm rot="475782">
            <a:off x="4512067" y="1064888"/>
            <a:ext cx="3579628" cy="1645098"/>
          </a:xfrm>
          <a:prstGeom prst="rect">
            <a:avLst/>
          </a:prstGeom>
          <a:ln>
            <a:noFill/>
          </a:ln>
          <a:effectLst>
            <a:outerShdw blurRad="292100" dist="139700" dir="2700000" algn="tl" rotWithShape="0">
              <a:srgbClr val="333333">
                <a:alpha val="65000"/>
              </a:srgbClr>
            </a:outerShdw>
          </a:effectLst>
        </p:spPr>
      </p:pic>
      <p:pic>
        <p:nvPicPr>
          <p:cNvPr id="7" name="Picture 6">
            <a:extLst>
              <a:ext uri="{FF2B5EF4-FFF2-40B4-BE49-F238E27FC236}">
                <a16:creationId xmlns:a16="http://schemas.microsoft.com/office/drawing/2014/main" id="{FA1F6D2A-1003-CDED-0547-0F2D644F2BD6}"/>
              </a:ext>
            </a:extLst>
          </p:cNvPr>
          <p:cNvPicPr>
            <a:picLocks noChangeAspect="1"/>
          </p:cNvPicPr>
          <p:nvPr/>
        </p:nvPicPr>
        <p:blipFill>
          <a:blip r:embed="rId6"/>
          <a:stretch>
            <a:fillRect/>
          </a:stretch>
        </p:blipFill>
        <p:spPr>
          <a:xfrm rot="21029972">
            <a:off x="652130" y="3213482"/>
            <a:ext cx="3140149" cy="1449046"/>
          </a:xfrm>
          <a:prstGeom prst="rect">
            <a:avLst/>
          </a:prstGeom>
          <a:solidFill>
            <a:srgbClr val="FFFFFF">
              <a:shade val="85000"/>
            </a:srgbClr>
          </a:solidFill>
          <a:ln w="190500" cap="rnd">
            <a:solidFill>
              <a:srgbClr val="FFFFFF"/>
            </a:solidFill>
          </a:ln>
          <a:effectLst>
            <a:outerShdw blurRad="50000" algn="tl" rotWithShape="0">
              <a:srgbClr val="000000">
                <a:alpha val="41000"/>
              </a:srgbClr>
            </a:outerShdw>
          </a:effectLst>
          <a:scene3d>
            <a:camera prst="orthographicFront"/>
            <a:lightRig rig="twoPt" dir="t">
              <a:rot lat="0" lon="0" rev="7800000"/>
            </a:lightRig>
          </a:scene3d>
          <a:sp3d contourW="6350">
            <a:bevelT w="50800" h="16510"/>
            <a:contourClr>
              <a:srgbClr val="C0C0C0"/>
            </a:contourClr>
          </a:sp3d>
        </p:spPr>
      </p:pic>
      <p:pic>
        <p:nvPicPr>
          <p:cNvPr id="9" name="Picture 8">
            <a:extLst>
              <a:ext uri="{FF2B5EF4-FFF2-40B4-BE49-F238E27FC236}">
                <a16:creationId xmlns:a16="http://schemas.microsoft.com/office/drawing/2014/main" id="{D061C884-E2AE-31F3-C74E-6181FB9026F0}"/>
              </a:ext>
            </a:extLst>
          </p:cNvPr>
          <p:cNvPicPr>
            <a:picLocks noChangeAspect="1"/>
          </p:cNvPicPr>
          <p:nvPr/>
        </p:nvPicPr>
        <p:blipFill>
          <a:blip r:embed="rId7"/>
          <a:stretch>
            <a:fillRect/>
          </a:stretch>
        </p:blipFill>
        <p:spPr>
          <a:xfrm rot="254789">
            <a:off x="4352260" y="3118152"/>
            <a:ext cx="3500745" cy="1639706"/>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74"/>
        <p:cNvGrpSpPr/>
        <p:nvPr/>
      </p:nvGrpSpPr>
      <p:grpSpPr>
        <a:xfrm>
          <a:off x="0" y="0"/>
          <a:ext cx="0" cy="0"/>
          <a:chOff x="0" y="0"/>
          <a:chExt cx="0" cy="0"/>
        </a:xfrm>
      </p:grpSpPr>
      <p:sp>
        <p:nvSpPr>
          <p:cNvPr id="175" name="Google Shape;175;p38"/>
          <p:cNvSpPr txBox="1"/>
          <p:nvPr/>
        </p:nvSpPr>
        <p:spPr>
          <a:xfrm>
            <a:off x="146600" y="843000"/>
            <a:ext cx="8833200" cy="3821149"/>
          </a:xfrm>
          <a:prstGeom prst="rect">
            <a:avLst/>
          </a:prstGeom>
          <a:solidFill>
            <a:schemeClr val="accent4">
              <a:lumMod val="20000"/>
              <a:lumOff val="80000"/>
            </a:schemeClr>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GB" sz="1800" b="1" i="0" u="none" strike="noStrike" cap="none" dirty="0">
                <a:solidFill>
                  <a:srgbClr val="434343"/>
                </a:solidFill>
                <a:latin typeface="Google Sans"/>
                <a:ea typeface="Google Sans"/>
                <a:cs typeface="Google Sans"/>
                <a:sym typeface="Google Sans"/>
              </a:rPr>
              <a:t>                                                           Provide links to your:</a:t>
            </a:r>
            <a:endParaRPr sz="1800" b="1" i="0" u="none" strike="noStrike" cap="none" dirty="0">
              <a:solidFill>
                <a:srgbClr val="434343"/>
              </a:solidFill>
              <a:latin typeface="Google Sans"/>
              <a:ea typeface="Google Sans"/>
              <a:cs typeface="Google Sans"/>
              <a:sym typeface="Google Sans"/>
            </a:endParaRPr>
          </a:p>
          <a:p>
            <a:pPr marL="0" marR="0" lvl="0" indent="0" algn="l" rtl="0">
              <a:lnSpc>
                <a:spcPct val="100000"/>
              </a:lnSpc>
              <a:spcBef>
                <a:spcPts val="0"/>
              </a:spcBef>
              <a:spcAft>
                <a:spcPts val="0"/>
              </a:spcAft>
              <a:buClr>
                <a:srgbClr val="000000"/>
              </a:buClr>
              <a:buSzPts val="1800"/>
              <a:buFont typeface="Arial"/>
              <a:buNone/>
            </a:pPr>
            <a:endParaRPr sz="1800" b="1" i="0" u="none" strike="noStrike" cap="none" dirty="0">
              <a:solidFill>
                <a:srgbClr val="434343"/>
              </a:solidFill>
              <a:latin typeface="Google Sans"/>
              <a:ea typeface="Google Sans"/>
              <a:cs typeface="Google Sans"/>
              <a:sym typeface="Google Sans"/>
            </a:endParaRPr>
          </a:p>
          <a:p>
            <a:pPr marL="114300" marR="0" lvl="0" algn="l" rtl="0">
              <a:lnSpc>
                <a:spcPct val="100000"/>
              </a:lnSpc>
              <a:spcBef>
                <a:spcPts val="0"/>
              </a:spcBef>
              <a:spcAft>
                <a:spcPts val="0"/>
              </a:spcAft>
              <a:buClr>
                <a:srgbClr val="434343"/>
              </a:buClr>
              <a:buSzPts val="1800"/>
            </a:pPr>
            <a:r>
              <a:rPr lang="en-GB" sz="1800" b="1" i="0" u="none" strike="noStrike" cap="none" dirty="0">
                <a:solidFill>
                  <a:srgbClr val="434343"/>
                </a:solidFill>
                <a:latin typeface="Google Sans"/>
                <a:ea typeface="Google Sans"/>
                <a:cs typeface="Google Sans"/>
                <a:sym typeface="Google Sans"/>
              </a:rPr>
              <a:t>GitHub Public Repository : </a:t>
            </a:r>
            <a:r>
              <a:rPr lang="en-GB" sz="1800" b="1" i="0" u="none" strike="noStrike" cap="none" dirty="0" err="1">
                <a:solidFill>
                  <a:srgbClr val="434343"/>
                </a:solidFill>
                <a:latin typeface="Google Sans"/>
                <a:ea typeface="Google Sans"/>
                <a:cs typeface="Google Sans"/>
                <a:sym typeface="Google Sans"/>
                <a:hlinkClick r:id="rId3"/>
              </a:rPr>
              <a:t>Github</a:t>
            </a:r>
            <a:r>
              <a:rPr lang="en-GB" sz="1800" b="1" i="0" u="none" strike="noStrike" cap="none" dirty="0">
                <a:solidFill>
                  <a:srgbClr val="434343"/>
                </a:solidFill>
                <a:latin typeface="Google Sans"/>
                <a:ea typeface="Google Sans"/>
                <a:cs typeface="Google Sans"/>
                <a:sym typeface="Google Sans"/>
                <a:hlinkClick r:id="rId3"/>
              </a:rPr>
              <a:t> Link </a:t>
            </a:r>
            <a:r>
              <a:rPr lang="en-GB" sz="1800" b="1" i="0" u="none" strike="noStrike" cap="none" dirty="0">
                <a:solidFill>
                  <a:srgbClr val="434343"/>
                </a:solidFill>
                <a:latin typeface="Google Sans"/>
                <a:ea typeface="Google Sans"/>
                <a:cs typeface="Google Sans"/>
                <a:sym typeface="Google Sans"/>
              </a:rPr>
              <a:t> </a:t>
            </a:r>
            <a:endParaRPr sz="1800" b="1" i="0" u="none" strike="noStrike" cap="none" dirty="0">
              <a:solidFill>
                <a:srgbClr val="434343"/>
              </a:solidFill>
              <a:latin typeface="Google Sans"/>
              <a:ea typeface="Google Sans"/>
              <a:cs typeface="Google Sans"/>
              <a:sym typeface="Google Sans"/>
            </a:endParaRPr>
          </a:p>
          <a:p>
            <a:pPr marL="114300" marR="0" lvl="0" algn="l" rtl="0">
              <a:lnSpc>
                <a:spcPct val="100000"/>
              </a:lnSpc>
              <a:spcBef>
                <a:spcPts val="0"/>
              </a:spcBef>
              <a:spcAft>
                <a:spcPts val="0"/>
              </a:spcAft>
              <a:buClr>
                <a:srgbClr val="434343"/>
              </a:buClr>
              <a:buSzPts val="1800"/>
            </a:pPr>
            <a:endParaRPr lang="en-GB" sz="1800" b="1" i="0" u="none" strike="noStrike" cap="none" dirty="0">
              <a:solidFill>
                <a:srgbClr val="434343"/>
              </a:solidFill>
              <a:latin typeface="Google Sans"/>
              <a:ea typeface="Google Sans"/>
              <a:cs typeface="Google Sans"/>
              <a:sym typeface="Google Sans"/>
            </a:endParaRPr>
          </a:p>
          <a:p>
            <a:pPr marL="114300" marR="0" lvl="0" algn="l" rtl="0">
              <a:lnSpc>
                <a:spcPct val="100000"/>
              </a:lnSpc>
              <a:spcBef>
                <a:spcPts val="0"/>
              </a:spcBef>
              <a:spcAft>
                <a:spcPts val="0"/>
              </a:spcAft>
              <a:buClr>
                <a:srgbClr val="434343"/>
              </a:buClr>
              <a:buSzPts val="1800"/>
            </a:pPr>
            <a:endParaRPr lang="en-GB" sz="1800" b="1" i="0" u="none" strike="noStrike" cap="none" dirty="0">
              <a:solidFill>
                <a:srgbClr val="434343"/>
              </a:solidFill>
              <a:latin typeface="Google Sans"/>
              <a:ea typeface="Google Sans"/>
              <a:cs typeface="Google Sans"/>
              <a:sym typeface="Google Sans"/>
            </a:endParaRPr>
          </a:p>
          <a:p>
            <a:pPr marL="114300" marR="0" lvl="0" algn="l" rtl="0">
              <a:lnSpc>
                <a:spcPct val="100000"/>
              </a:lnSpc>
              <a:spcBef>
                <a:spcPts val="0"/>
              </a:spcBef>
              <a:spcAft>
                <a:spcPts val="0"/>
              </a:spcAft>
              <a:buClr>
                <a:srgbClr val="434343"/>
              </a:buClr>
              <a:buSzPts val="1800"/>
            </a:pPr>
            <a:r>
              <a:rPr lang="en-GB" sz="1800" b="1" i="0" u="none" strike="noStrike" cap="none" dirty="0">
                <a:solidFill>
                  <a:srgbClr val="434343"/>
                </a:solidFill>
                <a:latin typeface="Google Sans"/>
                <a:ea typeface="Google Sans"/>
                <a:cs typeface="Google Sans"/>
                <a:sym typeface="Google Sans"/>
              </a:rPr>
              <a:t>Demo Video Link (3 Minutes) : </a:t>
            </a:r>
            <a:r>
              <a:rPr lang="en-GB" sz="1800" b="1" i="0" u="none" strike="noStrike" cap="none" dirty="0">
                <a:solidFill>
                  <a:srgbClr val="434343"/>
                </a:solidFill>
                <a:latin typeface="Google Sans"/>
                <a:ea typeface="Google Sans"/>
                <a:cs typeface="Google Sans"/>
                <a:sym typeface="Google Sans"/>
                <a:hlinkClick r:id="rId4"/>
              </a:rPr>
              <a:t>Video Link</a:t>
            </a:r>
            <a:endParaRPr sz="1800" b="1" i="0" u="none" strike="noStrike" cap="none" dirty="0">
              <a:solidFill>
                <a:srgbClr val="434343"/>
              </a:solidFill>
              <a:latin typeface="Google Sans"/>
              <a:ea typeface="Google Sans"/>
              <a:cs typeface="Google Sans"/>
              <a:sym typeface="Google Sans"/>
            </a:endParaRPr>
          </a:p>
          <a:p>
            <a:pPr marL="114300" marR="0" lvl="0" algn="l" rtl="0">
              <a:lnSpc>
                <a:spcPct val="100000"/>
              </a:lnSpc>
              <a:spcBef>
                <a:spcPts val="0"/>
              </a:spcBef>
              <a:spcAft>
                <a:spcPts val="0"/>
              </a:spcAft>
              <a:buClr>
                <a:srgbClr val="434343"/>
              </a:buClr>
              <a:buSzPts val="1800"/>
            </a:pPr>
            <a:endParaRPr lang="en-GB" sz="1800" b="1" i="0" u="none" strike="noStrike" cap="none" dirty="0">
              <a:solidFill>
                <a:srgbClr val="434343"/>
              </a:solidFill>
              <a:latin typeface="Google Sans"/>
              <a:ea typeface="Google Sans"/>
              <a:cs typeface="Google Sans"/>
              <a:sym typeface="Google Sans"/>
            </a:endParaRPr>
          </a:p>
          <a:p>
            <a:pPr marL="114300" marR="0" lvl="0" algn="l" rtl="0">
              <a:lnSpc>
                <a:spcPct val="100000"/>
              </a:lnSpc>
              <a:spcBef>
                <a:spcPts val="0"/>
              </a:spcBef>
              <a:spcAft>
                <a:spcPts val="0"/>
              </a:spcAft>
              <a:buClr>
                <a:srgbClr val="434343"/>
              </a:buClr>
              <a:buSzPts val="1800"/>
            </a:pPr>
            <a:endParaRPr lang="en-GB" sz="1800" b="1" dirty="0">
              <a:solidFill>
                <a:srgbClr val="434343"/>
              </a:solidFill>
              <a:latin typeface="Google Sans"/>
              <a:ea typeface="Google Sans"/>
              <a:cs typeface="Google Sans"/>
              <a:sym typeface="Google Sans"/>
            </a:endParaRPr>
          </a:p>
          <a:p>
            <a:pPr marL="114300" marR="0" lvl="0" algn="l" rtl="0">
              <a:lnSpc>
                <a:spcPct val="100000"/>
              </a:lnSpc>
              <a:spcBef>
                <a:spcPts val="0"/>
              </a:spcBef>
              <a:spcAft>
                <a:spcPts val="0"/>
              </a:spcAft>
              <a:buClr>
                <a:srgbClr val="434343"/>
              </a:buClr>
              <a:buSzPts val="1800"/>
            </a:pPr>
            <a:r>
              <a:rPr lang="en-GB" sz="1800" b="1" i="0" u="none" strike="noStrike" cap="none" dirty="0">
                <a:solidFill>
                  <a:srgbClr val="434343"/>
                </a:solidFill>
                <a:latin typeface="Google Sans"/>
                <a:ea typeface="Google Sans"/>
                <a:cs typeface="Google Sans"/>
                <a:sym typeface="Google Sans"/>
              </a:rPr>
              <a:t>MVP Link :   </a:t>
            </a:r>
            <a:r>
              <a:rPr lang="en-GB" sz="1800" b="1" i="0" u="none" strike="noStrike" cap="none" dirty="0" err="1">
                <a:solidFill>
                  <a:srgbClr val="434343"/>
                </a:solidFill>
                <a:latin typeface="Google Sans"/>
                <a:ea typeface="Google Sans"/>
                <a:cs typeface="Google Sans"/>
                <a:sym typeface="Google Sans"/>
                <a:hlinkClick r:id="rId5"/>
              </a:rPr>
              <a:t>Streamlit</a:t>
            </a:r>
            <a:r>
              <a:rPr lang="en-GB" sz="1800" b="1" i="0" u="none" strike="noStrike" cap="none" dirty="0">
                <a:solidFill>
                  <a:srgbClr val="434343"/>
                </a:solidFill>
                <a:latin typeface="Google Sans"/>
                <a:ea typeface="Google Sans"/>
                <a:cs typeface="Google Sans"/>
                <a:sym typeface="Google Sans"/>
                <a:hlinkClick r:id="rId5"/>
              </a:rPr>
              <a:t> Link </a:t>
            </a:r>
            <a:endParaRPr sz="1800" b="1" i="0" u="none" strike="noStrike" cap="none" dirty="0">
              <a:solidFill>
                <a:srgbClr val="434343"/>
              </a:solidFill>
              <a:latin typeface="Google Sans"/>
              <a:ea typeface="Google Sans"/>
              <a:cs typeface="Google Sans"/>
              <a:sym typeface="Google Sans"/>
            </a:endParaRPr>
          </a:p>
        </p:txBody>
      </p:sp>
      <p:pic>
        <p:nvPicPr>
          <p:cNvPr id="176" name="Google Shape;176;p38" title="Group 2200185.png"/>
          <p:cNvPicPr preferRelativeResize="0"/>
          <p:nvPr/>
        </p:nvPicPr>
        <p:blipFill>
          <a:blip r:embed="rId6">
            <a:alphaModFix/>
          </a:blip>
          <a:stretch>
            <a:fillRect/>
          </a:stretch>
        </p:blipFill>
        <p:spPr>
          <a:xfrm>
            <a:off x="159800" y="174175"/>
            <a:ext cx="1826526" cy="32742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85"/>
        <p:cNvGrpSpPr/>
        <p:nvPr/>
      </p:nvGrpSpPr>
      <p:grpSpPr>
        <a:xfrm>
          <a:off x="0" y="0"/>
          <a:ext cx="0" cy="0"/>
          <a:chOff x="0" y="0"/>
          <a:chExt cx="0" cy="0"/>
        </a:xfrm>
      </p:grpSpPr>
      <p:sp>
        <p:nvSpPr>
          <p:cNvPr id="186" name="Google Shape;186;p40"/>
          <p:cNvSpPr txBox="1">
            <a:spLocks noGrp="1"/>
          </p:cNvSpPr>
          <p:nvPr>
            <p:ph type="ctrTitle"/>
          </p:nvPr>
        </p:nvSpPr>
        <p:spPr>
          <a:xfrm>
            <a:off x="311708" y="744575"/>
            <a:ext cx="8520600" cy="2052600"/>
          </a:xfrm>
          <a:prstGeom prst="rect">
            <a:avLst/>
          </a:prstGeom>
          <a:noFill/>
          <a:ln>
            <a:noFill/>
          </a:ln>
        </p:spPr>
        <p:txBody>
          <a:bodyPr spcFirstLastPara="1" wrap="square" lIns="91425" tIns="91425" rIns="91425" bIns="91425" anchor="b" anchorCtr="0">
            <a:normAutofit/>
          </a:bodyPr>
          <a:lstStyle/>
          <a:p>
            <a:pPr marL="0" lvl="0" indent="0" algn="ctr" rtl="0">
              <a:lnSpc>
                <a:spcPct val="100000"/>
              </a:lnSpc>
              <a:spcBef>
                <a:spcPts val="0"/>
              </a:spcBef>
              <a:spcAft>
                <a:spcPts val="0"/>
              </a:spcAft>
              <a:buSzPts val="5200"/>
              <a:buNone/>
            </a:pPr>
            <a:endParaRPr/>
          </a:p>
        </p:txBody>
      </p:sp>
      <p:sp>
        <p:nvSpPr>
          <p:cNvPr id="187" name="Google Shape;187;p40"/>
          <p:cNvSpPr txBox="1">
            <a:spLocks noGrp="1"/>
          </p:cNvSpPr>
          <p:nvPr>
            <p:ph type="subTitle" idx="1"/>
          </p:nvPr>
        </p:nvSpPr>
        <p:spPr>
          <a:xfrm>
            <a:off x="311700" y="2834125"/>
            <a:ext cx="8520600" cy="792600"/>
          </a:xfrm>
          <a:prstGeom prst="rect">
            <a:avLst/>
          </a:prstGeom>
          <a:noFill/>
          <a:ln>
            <a:noFill/>
          </a:ln>
        </p:spPr>
        <p:txBody>
          <a:bodyPr spcFirstLastPara="1" wrap="square" lIns="91425" tIns="91425" rIns="91425" bIns="91425" anchor="t" anchorCtr="0">
            <a:normAutofit/>
          </a:bodyPr>
          <a:lstStyle/>
          <a:p>
            <a:pPr marL="0" lvl="0" indent="0" algn="ctr" rtl="0">
              <a:lnSpc>
                <a:spcPct val="100000"/>
              </a:lnSpc>
              <a:spcBef>
                <a:spcPts val="0"/>
              </a:spcBef>
              <a:spcAft>
                <a:spcPts val="0"/>
              </a:spcAft>
              <a:buSzPts val="2800"/>
              <a:buNone/>
            </a:pPr>
            <a:endParaRPr/>
          </a:p>
        </p:txBody>
      </p:sp>
      <p:pic>
        <p:nvPicPr>
          <p:cNvPr id="188" name="Google Shape;188;p40" title="tq slide techsprint.png"/>
          <p:cNvPicPr preferRelativeResize="0"/>
          <p:nvPr/>
        </p:nvPicPr>
        <p:blipFill rotWithShape="1">
          <a:blip r:embed="rId3">
            <a:alphaModFix/>
          </a:blip>
          <a:srcRect/>
          <a:stretch/>
        </p:blipFill>
        <p:spPr>
          <a:xfrm>
            <a:off x="0" y="0"/>
            <a:ext cx="9144000" cy="5143500"/>
          </a:xfrm>
          <a:prstGeom prst="rect">
            <a:avLst/>
          </a:prstGeom>
          <a:noFill/>
          <a:ln>
            <a:noFill/>
          </a:ln>
        </p:spPr>
      </p:pic>
      <p:sp>
        <p:nvSpPr>
          <p:cNvPr id="189" name="Google Shape;189;p40"/>
          <p:cNvSpPr txBox="1"/>
          <p:nvPr/>
        </p:nvSpPr>
        <p:spPr>
          <a:xfrm>
            <a:off x="343275" y="3962950"/>
            <a:ext cx="3712800" cy="9390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n-GB" sz="4900" b="1">
                <a:solidFill>
                  <a:schemeClr val="dk1"/>
                </a:solidFill>
                <a:latin typeface="Google Sans"/>
                <a:ea typeface="Google Sans"/>
                <a:cs typeface="Google Sans"/>
                <a:sym typeface="Google Sans"/>
              </a:rPr>
              <a:t>Thank you!</a:t>
            </a:r>
            <a:endParaRPr sz="4500" b="1"/>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83</TotalTime>
  <Words>410</Words>
  <Application>Microsoft Office PowerPoint</Application>
  <PresentationFormat>On-screen Show (16:9)</PresentationFormat>
  <Paragraphs>43</Paragraphs>
  <Slides>9</Slides>
  <Notes>9</Notes>
  <HiddenSlides>0</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9</vt:i4>
      </vt:variant>
    </vt:vector>
  </HeadingPairs>
  <TitlesOfParts>
    <vt:vector size="15" baseType="lpstr">
      <vt:lpstr>Arial</vt:lpstr>
      <vt:lpstr>Calibri</vt:lpstr>
      <vt:lpstr>Google Sans</vt:lpstr>
      <vt:lpstr>Google Sans Medium</vt:lpstr>
      <vt:lpstr>Simple Light</vt:lpstr>
      <vt:lpstr>Simple Light</vt:lpstr>
      <vt:lpstr> Beyond The Hype 2.0 Hackathon Project  Healthcare Pima Indian Diabetes Dataset Predictor</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Chaitanya Mangla</cp:lastModifiedBy>
  <cp:revision>7</cp:revision>
  <dcterms:modified xsi:type="dcterms:W3CDTF">2026-01-20T20:02:09Z</dcterms:modified>
</cp:coreProperties>
</file>