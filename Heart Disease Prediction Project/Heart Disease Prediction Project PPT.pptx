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52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5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53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9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75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35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3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73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8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9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565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10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667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87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431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468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99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F67781-FA0A-48BE-BFB3-8015A98D09C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E35E63-6FAF-4D21-9E58-DBF135021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4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angla581/Naviotech_Project4_Heart_Disease_Prediction_Dataset_Analysis_Project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15CD-085C-05C9-0958-0AA69C956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1314" y="1483567"/>
            <a:ext cx="7501813" cy="119431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b="1" dirty="0" err="1">
                <a:latin typeface="+mn-lt"/>
              </a:rPr>
              <a:t>Naviotech</a:t>
            </a:r>
            <a:r>
              <a:rPr lang="en-US" sz="3200" b="1" dirty="0">
                <a:latin typeface="+mn-lt"/>
              </a:rPr>
              <a:t> Solutions Pvt Ltd Training &amp; Internship Project</a:t>
            </a:r>
            <a:endParaRPr lang="en-IN" sz="32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B94F6-9140-3522-DAC4-919054177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1314" y="2911151"/>
            <a:ext cx="7501813" cy="2463282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Topic : Heart Disease Prediction ML Analysis and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Predictor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Name : Chaaitanya Mangla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Artificial Intelligence Training Program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57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07F5-FEE0-6274-B790-2FA64148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2" y="587830"/>
            <a:ext cx="10954138" cy="1138334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Heart Disease 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A8659-25BC-23FB-BE2D-B974D004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82" y="1726164"/>
            <a:ext cx="10923036" cy="4544006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Heart Disease is becoming a major problem in the whole world nowadays, especially in India. </a:t>
            </a:r>
          </a:p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Many people lose their lives every year in the whole world, especially in India. Hence, this project of Heart Disease Prediction Analysis and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Predictor, helps in predicting the absence or presence of heart disease of patient using the Logistic Regression by Machine Learning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 Algorithm and a </a:t>
            </a:r>
            <a:r>
              <a:rPr lang="en-IN" b="1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Predictor.  </a:t>
            </a:r>
          </a:p>
          <a:p>
            <a:pPr algn="just"/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Hence, a Heart Disease Predictor is applicable to solving the real world problems which can benefit the people, as they will know the presence of diabetes and can take actions.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518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F3BC-4D76-FA5E-9CA6-077EEC94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11" y="982132"/>
            <a:ext cx="10860833" cy="1303867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 Selection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085F-9CD9-F17E-65D5-7C6CF0811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1" y="2285999"/>
            <a:ext cx="10904378" cy="394685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 chose the Logistic Regression ML Algorithm for my project for its simplicity, efficiency and interpretability. </a:t>
            </a:r>
          </a:p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Its ideal for the binary problems, predicting the categorical outcomes and all the probabilities  predicting the categorical outcomes and all the probabilities using the sigmoid function.  The main reasons include:  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1. Probabilistic Output 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2. Simplicity and Speed  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3.High Interpretability 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4. Handles Linear Separability  </a:t>
            </a:r>
          </a:p>
          <a:p>
            <a:pPr algn="just"/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50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ADC1-F1CC-F36F-1E88-CDB4E9B1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11" y="606490"/>
            <a:ext cx="10954139" cy="1212979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Features Considered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9234F-F481-553A-F750-B93BEB4A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1" y="1819469"/>
            <a:ext cx="10904378" cy="4506686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prediction and the analysis is mainly made on 13 features: 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1. Age                                                                           7. ECG Results        </a:t>
            </a:r>
          </a:p>
          <a:p>
            <a:pPr algn="just"/>
            <a:r>
              <a:rPr 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2. Gender                                                                     8. Maximum Heart Rate </a:t>
            </a:r>
          </a:p>
          <a:p>
            <a:pPr algn="just"/>
            <a:r>
              <a:rPr 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3. Chest Pain Type                                                       9. Exercise Induced Angina </a:t>
            </a:r>
          </a:p>
          <a:p>
            <a:pPr algn="just"/>
            <a:r>
              <a:rPr 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4. Resting Blood Pressure                                          10. Old Peak </a:t>
            </a:r>
          </a:p>
          <a:p>
            <a:r>
              <a:rPr 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5. </a:t>
            </a:r>
            <a:r>
              <a:rPr lang="en-IN" sz="2300" b="1" dirty="0">
                <a:latin typeface="Calibri" panose="020F0502020204030204" pitchFamily="34" charset="0"/>
                <a:cs typeface="Calibri" panose="020F0502020204030204" pitchFamily="34" charset="0"/>
              </a:rPr>
              <a:t>Resting Blood Pressure                                           11. ST Segment </a:t>
            </a:r>
          </a:p>
          <a:p>
            <a:r>
              <a:rPr lang="en-IN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6. Fasting Blood pressure                                            12. Major Vessels   </a:t>
            </a:r>
          </a:p>
          <a:p>
            <a:r>
              <a:rPr lang="en-IN" sz="2300" b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13. Thallium Stress Level</a:t>
            </a:r>
          </a:p>
        </p:txBody>
      </p:sp>
    </p:spTree>
    <p:extLst>
      <p:ext uri="{BB962C8B-B14F-4D97-AF65-F5344CB8AC3E}">
        <p14:creationId xmlns:p14="http://schemas.microsoft.com/office/powerpoint/2010/main" val="49237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769D-582D-DD6A-72F9-027FFC45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2A358-E380-D1F9-966F-AD7E0E503684}"/>
              </a:ext>
            </a:extLst>
          </p:cNvPr>
          <p:cNvSpPr>
            <a:spLocks noGrp="1"/>
          </p:cNvSpPr>
          <p:nvPr>
            <p:ph idx="1"/>
          </p:nvPr>
        </p:nvSpPr>
        <p:spPr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Git Hub Link : 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Click Here</a:t>
            </a:r>
            <a:endParaRPr lang="en-IN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654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102</TotalTime>
  <Words>287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Garamond</vt:lpstr>
      <vt:lpstr>Organic</vt:lpstr>
      <vt:lpstr>Naviotech Solutions Pvt Ltd Training &amp; Internship Project</vt:lpstr>
      <vt:lpstr>Heart Disease </vt:lpstr>
      <vt:lpstr>Model Selection</vt:lpstr>
      <vt:lpstr>Features Considered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5</cp:revision>
  <dcterms:created xsi:type="dcterms:W3CDTF">2026-03-01T16:35:22Z</dcterms:created>
  <dcterms:modified xsi:type="dcterms:W3CDTF">2026-03-01T18:25:16Z</dcterms:modified>
</cp:coreProperties>
</file>